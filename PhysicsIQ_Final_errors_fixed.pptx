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43.xml" ContentType="application/vnd.openxmlformats-officedocument.theme+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4.xml" ContentType="application/vnd.openxmlformats-officedocument.presentationml.slideLayout+xml"/>
  <Override PartName="/ppt/slideLayouts/slideLayout30.xml" ContentType="application/vnd.openxmlformats-officedocument.presentationml.slideLayout+xml"/>
  <Override PartName="/ppt/slideLayouts/slideLayout23.xml" ContentType="application/vnd.openxmlformats-officedocument.presentationml.slideLayout+xml"/>
  <Override PartName="/ppt/slideLayouts/slideLayout11.xml" ContentType="application/vnd.openxmlformats-officedocument.presentationml.slideLayout+xml"/>
  <Override PartName="/ppt/slideLayouts/slideLayout36.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0.xml" ContentType="application/vnd.openxmlformats-officedocument.presentationml.slideLayout+xml"/>
  <Override PartName="/ppt/slideLayouts/slideLayout42.xml" ContentType="application/vnd.openxmlformats-officedocument.presentationml.slideLayout+xml"/>
  <Override PartName="/ppt/slideLayouts/slideLayout37.xml" ContentType="application/vnd.openxmlformats-officedocument.presentationml.slideLayout+xml"/>
  <Override PartName="/ppt/slideLayouts/slideLayout15.xml" ContentType="application/vnd.openxmlformats-officedocument.presentationml.slideLayout+xml"/>
  <Override PartName="/ppt/slideLayouts/slideLayout9.xml" ContentType="application/vnd.openxmlformats-officedocument.presentationml.slideLayout+xml"/>
  <Override PartName="/ppt/slideLayouts/slideLayout35.xml" ContentType="application/vnd.openxmlformats-officedocument.presentationml.slideLayout+xml"/>
  <Override PartName="/ppt/slideLayouts/slideLayout38.xml" ContentType="application/vnd.openxmlformats-officedocument.presentationml.slideLayout+xml"/>
  <Override PartName="/ppt/slideLayouts/slideLayout13.xml" ContentType="application/vnd.openxmlformats-officedocument.presentationml.slideLayout+xml"/>
  <Override PartName="/ppt/slideLayouts/slideLayout27.xml" ContentType="application/vnd.openxmlformats-officedocument.presentationml.slideLayout+xml"/>
  <Override PartName="/ppt/slideLayouts/slideLayout8.xml" ContentType="application/vnd.openxmlformats-officedocument.presentationml.slideLayout+xml"/>
  <Override PartName="/ppt/slideLayouts/slideLayout39.xml" ContentType="application/vnd.openxmlformats-officedocument.presentationml.slideLayout+xml"/>
  <Override PartName="/ppt/slideLayouts/slideLayout25.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22.xml" ContentType="application/vnd.openxmlformats-officedocument.presentationml.slideLayout+xml"/>
  <Override PartName="/ppt/slideLayouts/slideLayout28.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xml" ContentType="application/vnd.openxmlformats-officedocument.presentationml.slideLayout+xml"/>
  <Override PartName="/ppt/slideLayouts/slideLayout16.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26.xml" ContentType="application/vnd.openxmlformats-officedocument.presentationml.slideLayout+xml"/>
  <Override PartName="/ppt/slideLayouts/slideLayout2.xml" ContentType="application/vnd.openxmlformats-officedocument.presentationml.slideLayout+xml"/>
  <Override PartName="/ppt/presProps.xml" ContentType="application/vnd.openxmlformats-officedocument.presentationml.presProps+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embedTrueTypeFonts="1">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Lst>
  <p:sldSz cx="36576000" cy="20574000"/>
  <p:notesSz cx="6858000" cy="9144000"/>
  <p:embeddedFontLst>
    <p:embeddedFont>
      <p:font typeface="GeistMono NF Black"/>
      <p:regular r:id="rId12"/>
    </p:embeddedFont>
    <p:embeddedFont>
      <p:font typeface="NVIDIA Sans Light"/>
      <p:regular r:id="rId13"/>
      <p:bold r:id="rId14"/>
      <p:italic r:id="rId14"/>
    </p:embeddedFont>
    <p:embeddedFont>
      <p:font typeface="Noto Sans"/>
      <p:regular r:id="rId15"/>
      <p:bold r:id="rId16"/>
      <p:italic r:id="rId17"/>
      <p:boldItalic r:id="rId18"/>
    </p:embeddedFont>
    <p:embeddedFont>
      <p:font typeface="NVIDIA Sans Medium"/>
      <p:regular r:id="rId19"/>
      <p:bold r:id="rId20"/>
      <p:boldItalic r:id="rId19"/>
    </p:embeddedFont>
    <p:embeddedFont>
      <p:font typeface="Noto Sans Devanagari"/>
      <p:regular r:id="rId21"/>
      <p:bold r:id="rId22"/>
      <p:italic r:id="rId22"/>
    </p:embeddedFont>
  </p:embeddedFon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font" Target="fonts/Font_1_GeistMono_NF_Black_Regular.fntdata"/><Relationship Id="rId13" Type="http://schemas.openxmlformats.org/officeDocument/2006/relationships/font" Target="fonts/Font_2_NVIDIA_Sans_Light_Regular.fntdata"/><Relationship Id="rId14" Type="http://schemas.openxmlformats.org/officeDocument/2006/relationships/font" Target="fonts/Font_3_NVIDIA_Sans_Light_Bold.fntdata"/><Relationship Id="rId15" Type="http://schemas.openxmlformats.org/officeDocument/2006/relationships/font" Target="fonts/Font_4_Noto_Sans_Regular.fntdata"/><Relationship Id="rId16" Type="http://schemas.openxmlformats.org/officeDocument/2006/relationships/font" Target="fonts/Font_5_Noto_Sans_Bold.fntdata"/><Relationship Id="rId17" Type="http://schemas.openxmlformats.org/officeDocument/2006/relationships/font" Target="fonts/Font_6_Noto_Sans_Italic.fntdata"/><Relationship Id="rId18" Type="http://schemas.openxmlformats.org/officeDocument/2006/relationships/font" Target="fonts/Font_7_Noto_Sans_BoldItalic.fntdata"/><Relationship Id="rId19" Type="http://schemas.openxmlformats.org/officeDocument/2006/relationships/font" Target="fonts/Font_8_NVIDIA_Sans_Medium_Regular.fntdata"/><Relationship Id="rId20" Type="http://schemas.openxmlformats.org/officeDocument/2006/relationships/font" Target="fonts/Font_9_NVIDIA_Sans_Medium_Bold.fntdata"/><Relationship Id="rId21" Type="http://schemas.openxmlformats.org/officeDocument/2006/relationships/font" Target="fonts/Font_10_Noto_Sans_Devanagari_Regular.fntdata"/><Relationship Id="rId22" Type="http://schemas.openxmlformats.org/officeDocument/2006/relationships/font" Target="fonts/Font_11_Noto_Sans_Devanagari_Bold.fntdata"/><Relationship Id="rId2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1" name="PlaceHolder 1"/>
          <p:cNvSpPr>
            <a:spLocks noGrp="1"/>
          </p:cNvSpPr>
          <p:nvPr>
            <p:ph type="sldImg"/>
          </p:nvPr>
        </p:nvSpPr>
        <p:spPr>
          <a:xfrm>
            <a:off x="0" y="764280"/>
            <a:ext cx="0" cy="0"/>
          </a:xfrm>
          <a:prstGeom prst="rect">
            <a:avLst/>
          </a:prstGeom>
          <a:noFill/>
          <a:ln w="0">
            <a:noFill/>
          </a:ln>
        </p:spPr>
        <p:txBody>
          <a:bodyPr lIns="0" tIns="0" rIns="0" bIns="0" anchor="ctr">
            <a:noAutofit/>
          </a:bodyPr>
          <a:p>
            <a:r>
              <a:rPr lang="en-US" sz="8800" b="0" u="none" strike="noStrike">
                <a:solidFill>
                  <a:srgbClr val="000000"/>
                </a:solidFill>
                <a:effectLst/>
                <a:uFillTx/>
                <a:latin typeface="Arial"/>
              </a:rPr>
              <a:t>Click to move the slide</a:t>
            </a:r>
            <a:endParaRPr lang="en-US" sz="8800" b="0" u="none" strike="noStrike">
              <a:solidFill>
                <a:srgbClr val="000000"/>
              </a:solidFill>
              <a:effectLst/>
              <a:uFillTx/>
              <a:latin typeface="Arial"/>
            </a:endParaRPr>
          </a:p>
        </p:txBody>
      </p:sp>
      <p:sp>
        <p:nvSpPr>
          <p:cNvPr id="502"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503"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504"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505"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06"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576E7B08-8D10-4F66-9D0E-A6EC97965AFE}"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0" name="PlaceHolder 1"/>
          <p:cNvSpPr>
            <a:spLocks noGrp="1"/>
          </p:cNvSpPr>
          <p:nvPr>
            <p:ph type="sldImg"/>
          </p:nvPr>
        </p:nvSpPr>
        <p:spPr>
          <a:xfrm>
            <a:off x="685800" y="1143000"/>
            <a:ext cx="5484960" cy="3084840"/>
          </a:xfrm>
          <a:prstGeom prst="rect">
            <a:avLst/>
          </a:prstGeom>
          <a:ln w="0">
            <a:noFill/>
          </a:ln>
        </p:spPr>
      </p:sp>
      <p:sp>
        <p:nvSpPr>
          <p:cNvPr id="571"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572" name="PlaceHolder 3"/>
          <p:cNvSpPr>
            <a:spLocks noGrp="1"/>
          </p:cNvSpPr>
          <p:nvPr>
            <p:ph type="sldNum" idx="4"/>
          </p:nvPr>
        </p:nvSpPr>
        <p:spPr>
          <a:xfrm>
            <a:off x="0" y="8685360"/>
            <a:ext cx="2970360" cy="457200"/>
          </a:xfrm>
          <a:prstGeom prst="rect">
            <a:avLst/>
          </a:prstGeom>
          <a:noFill/>
          <a:ln w="0">
            <a:noFill/>
          </a:ln>
        </p:spPr>
        <p:txBody>
          <a:bodyPr lIns="91440" tIns="45720" rIns="91440" bIns="45720" anchor="b">
            <a:noAutofit/>
          </a:bodyPr>
          <a:lstStyle>
            <a:lvl1pPr indent="0" algn="l">
              <a:lnSpc>
                <a:spcPct val="100000"/>
              </a:lnSpc>
              <a:buNone/>
              <a:tabLst>
                <a:tab pos="0" algn="l"/>
              </a:tabLst>
              <a:defRPr lang="en-IN" sz="1800" b="0" u="none" strike="noStrike">
                <a:solidFill>
                  <a:srgbClr val="000000"/>
                </a:solidFill>
                <a:effectLst/>
                <a:uFillTx/>
                <a:latin typeface="Times New Roman"/>
              </a:defRPr>
            </a:lvl1pPr>
          </a:lstStyle>
          <a:p>
            <a:pPr indent="0" algn="l">
              <a:lnSpc>
                <a:spcPct val="100000"/>
              </a:lnSpc>
              <a:buNone/>
              <a:tabLst>
                <a:tab pos="0" algn="l"/>
              </a:tabLst>
            </a:pPr>
            <a:fld id="{92858FF0-73CE-4C79-8247-7AEDD5282BE1}" type="slidenum">
              <a:rPr lang="en-IN" sz="1800" b="0" u="none" strike="noStrike">
                <a:solidFill>
                  <a:srgbClr val="000000"/>
                </a:solidFill>
                <a:effectLst/>
                <a:uFillTx/>
                <a:latin typeface="Times New Roman"/>
              </a:rPr>
              <a:t>&lt;number&gt;</a:t>
            </a:fld>
            <a:endParaRPr lang="en-US" sz="18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3" name="PlaceHolder 1"/>
          <p:cNvSpPr>
            <a:spLocks noGrp="1"/>
          </p:cNvSpPr>
          <p:nvPr>
            <p:ph type="sldImg"/>
          </p:nvPr>
        </p:nvSpPr>
        <p:spPr>
          <a:xfrm>
            <a:off x="685800" y="1143000"/>
            <a:ext cx="5484960" cy="3084840"/>
          </a:xfrm>
          <a:prstGeom prst="rect">
            <a:avLst/>
          </a:prstGeom>
          <a:ln w="0">
            <a:noFill/>
          </a:ln>
        </p:spPr>
      </p:sp>
      <p:sp>
        <p:nvSpPr>
          <p:cNvPr id="574" name="PlaceHolder 2"/>
          <p:cNvSpPr>
            <a:spLocks noGrp="1"/>
          </p:cNvSpPr>
          <p:nvPr>
            <p:ph type="body"/>
          </p:nvPr>
        </p:nvSpPr>
        <p:spPr>
          <a:xfrm>
            <a:off x="685800" y="4400640"/>
            <a:ext cx="548496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575" name="PlaceHolder 3"/>
          <p:cNvSpPr>
            <a:spLocks noGrp="1"/>
          </p:cNvSpPr>
          <p:nvPr>
            <p:ph type="sldNum" idx="5"/>
          </p:nvPr>
        </p:nvSpPr>
        <p:spPr>
          <a:xfrm>
            <a:off x="0" y="8685360"/>
            <a:ext cx="2970360" cy="457200"/>
          </a:xfrm>
          <a:prstGeom prst="rect">
            <a:avLst/>
          </a:prstGeom>
          <a:noFill/>
          <a:ln w="0">
            <a:noFill/>
          </a:ln>
        </p:spPr>
        <p:txBody>
          <a:bodyPr lIns="91440" tIns="45720" rIns="91440" bIns="45720" anchor="b">
            <a:noAutofit/>
          </a:bodyPr>
          <a:lstStyle>
            <a:lvl1pPr indent="0" algn="l">
              <a:lnSpc>
                <a:spcPct val="100000"/>
              </a:lnSpc>
              <a:buNone/>
              <a:tabLst>
                <a:tab pos="0" algn="l"/>
              </a:tabLst>
              <a:defRPr lang="en-IN" sz="1800" b="0" u="none" strike="noStrike">
                <a:solidFill>
                  <a:srgbClr val="000000"/>
                </a:solidFill>
                <a:effectLst/>
                <a:uFillTx/>
                <a:latin typeface="Times New Roman"/>
              </a:defRPr>
            </a:lvl1pPr>
          </a:lstStyle>
          <a:p>
            <a:pPr indent="0" algn="l">
              <a:lnSpc>
                <a:spcPct val="100000"/>
              </a:lnSpc>
              <a:buNone/>
              <a:tabLst>
                <a:tab pos="0" algn="l"/>
              </a:tabLst>
            </a:pPr>
            <a:fld id="{BB2D8C5E-DB3B-46C5-B152-B7FDE4D45062}" type="slidenum">
              <a:rPr lang="en-IN" sz="1800" b="0" u="none" strike="noStrike">
                <a:solidFill>
                  <a:srgbClr val="000000"/>
                </a:solidFill>
                <a:effectLst/>
                <a:uFillTx/>
                <a:latin typeface="Times New Roman"/>
              </a:rPr>
              <a:t>&lt;number&gt;</a:t>
            </a:fld>
            <a:endParaRPr lang="en-US" sz="18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6" name="PlaceHolder 1"/>
          <p:cNvSpPr>
            <a:spLocks noGrp="1"/>
          </p:cNvSpPr>
          <p:nvPr>
            <p:ph type="sldImg"/>
          </p:nvPr>
        </p:nvSpPr>
        <p:spPr>
          <a:xfrm>
            <a:off x="685800" y="1143000"/>
            <a:ext cx="5484960" cy="3084840"/>
          </a:xfrm>
          <a:prstGeom prst="rect">
            <a:avLst/>
          </a:prstGeom>
          <a:ln w="0">
            <a:noFill/>
          </a:ln>
        </p:spPr>
      </p:sp>
      <p:sp>
        <p:nvSpPr>
          <p:cNvPr id="577" name="PlaceHolder 2"/>
          <p:cNvSpPr>
            <a:spLocks noGrp="1"/>
          </p:cNvSpPr>
          <p:nvPr>
            <p:ph type="body"/>
          </p:nvPr>
        </p:nvSpPr>
        <p:spPr>
          <a:xfrm>
            <a:off x="685800" y="4400640"/>
            <a:ext cx="548496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578" name="PlaceHolder 3"/>
          <p:cNvSpPr>
            <a:spLocks noGrp="1"/>
          </p:cNvSpPr>
          <p:nvPr>
            <p:ph type="sldNum" idx="6"/>
          </p:nvPr>
        </p:nvSpPr>
        <p:spPr>
          <a:xfrm>
            <a:off x="0" y="8685360"/>
            <a:ext cx="2970360" cy="457200"/>
          </a:xfrm>
          <a:prstGeom prst="rect">
            <a:avLst/>
          </a:prstGeom>
          <a:noFill/>
          <a:ln w="0">
            <a:noFill/>
          </a:ln>
        </p:spPr>
        <p:txBody>
          <a:bodyPr lIns="91440" tIns="45720" rIns="91440" bIns="45720" anchor="b">
            <a:noAutofit/>
          </a:bodyPr>
          <a:lstStyle>
            <a:lvl1pPr indent="0" algn="l">
              <a:lnSpc>
                <a:spcPct val="100000"/>
              </a:lnSpc>
              <a:buNone/>
              <a:tabLst>
                <a:tab pos="0" algn="l"/>
              </a:tabLst>
              <a:defRPr lang="en-IN" sz="1800" b="0" u="none" strike="noStrike">
                <a:solidFill>
                  <a:srgbClr val="000000"/>
                </a:solidFill>
                <a:effectLst/>
                <a:uFillTx/>
                <a:latin typeface="Times New Roman"/>
              </a:defRPr>
            </a:lvl1pPr>
          </a:lstStyle>
          <a:p>
            <a:pPr indent="0" algn="l">
              <a:lnSpc>
                <a:spcPct val="100000"/>
              </a:lnSpc>
              <a:buNone/>
              <a:tabLst>
                <a:tab pos="0" algn="l"/>
              </a:tabLst>
            </a:pPr>
            <a:fld id="{BFD9CB5D-8F9F-4019-91FA-CB872E28F496}" type="slidenum">
              <a:rPr lang="en-IN" sz="1800" b="0" u="none" strike="noStrike">
                <a:solidFill>
                  <a:srgbClr val="000000"/>
                </a:solidFill>
                <a:effectLst/>
                <a:uFillTx/>
                <a:latin typeface="Times New Roman"/>
              </a:rPr>
              <a:t>&lt;number&gt;</a:t>
            </a:fld>
            <a:endParaRPr lang="en-US" sz="18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9" name="PlaceHolder 1"/>
          <p:cNvSpPr>
            <a:spLocks noGrp="1"/>
          </p:cNvSpPr>
          <p:nvPr>
            <p:ph type="sldImg"/>
          </p:nvPr>
        </p:nvSpPr>
        <p:spPr>
          <a:xfrm>
            <a:off x="685800" y="1143000"/>
            <a:ext cx="5484960" cy="3084840"/>
          </a:xfrm>
          <a:prstGeom prst="rect">
            <a:avLst/>
          </a:prstGeom>
          <a:ln w="0">
            <a:noFill/>
          </a:ln>
        </p:spPr>
      </p:sp>
      <p:sp>
        <p:nvSpPr>
          <p:cNvPr id="580" name="PlaceHolder 2"/>
          <p:cNvSpPr>
            <a:spLocks noGrp="1"/>
          </p:cNvSpPr>
          <p:nvPr>
            <p:ph type="body"/>
          </p:nvPr>
        </p:nvSpPr>
        <p:spPr>
          <a:xfrm>
            <a:off x="685800" y="4400640"/>
            <a:ext cx="548496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581" name="PlaceHolder 3"/>
          <p:cNvSpPr>
            <a:spLocks noGrp="1"/>
          </p:cNvSpPr>
          <p:nvPr>
            <p:ph type="sldNum" idx="7"/>
          </p:nvPr>
        </p:nvSpPr>
        <p:spPr>
          <a:xfrm>
            <a:off x="0" y="8685360"/>
            <a:ext cx="2970360" cy="457200"/>
          </a:xfrm>
          <a:prstGeom prst="rect">
            <a:avLst/>
          </a:prstGeom>
          <a:noFill/>
          <a:ln w="0">
            <a:noFill/>
          </a:ln>
        </p:spPr>
        <p:txBody>
          <a:bodyPr lIns="91440" tIns="45720" rIns="91440" bIns="45720" anchor="b">
            <a:noAutofit/>
          </a:bodyPr>
          <a:lstStyle>
            <a:lvl1pPr indent="0" algn="l">
              <a:lnSpc>
                <a:spcPct val="100000"/>
              </a:lnSpc>
              <a:buNone/>
              <a:tabLst>
                <a:tab pos="0" algn="l"/>
              </a:tabLst>
              <a:defRPr lang="en-IN" sz="1800" b="0" u="none" strike="noStrike">
                <a:solidFill>
                  <a:srgbClr val="000000"/>
                </a:solidFill>
                <a:effectLst/>
                <a:uFillTx/>
                <a:latin typeface="Times New Roman"/>
              </a:defRPr>
            </a:lvl1pPr>
          </a:lstStyle>
          <a:p>
            <a:pPr indent="0" algn="l">
              <a:lnSpc>
                <a:spcPct val="100000"/>
              </a:lnSpc>
              <a:buNone/>
              <a:tabLst>
                <a:tab pos="0" algn="l"/>
              </a:tabLst>
            </a:pPr>
            <a:fld id="{F0B20F4F-FE41-4E65-9EA8-9404D2E67C73}" type="slidenum">
              <a:rPr lang="en-IN" sz="1800" b="0" u="none" strike="noStrike">
                <a:solidFill>
                  <a:srgbClr val="000000"/>
                </a:solidFill>
                <a:effectLst/>
                <a:uFillTx/>
                <a:latin typeface="Times New Roman"/>
              </a:rPr>
              <a:t>&lt;number&gt;</a:t>
            </a:fld>
            <a:endParaRPr lang="en-US" sz="18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2" name="PlaceHolder 1"/>
          <p:cNvSpPr>
            <a:spLocks noGrp="1"/>
          </p:cNvSpPr>
          <p:nvPr>
            <p:ph type="sldImg"/>
          </p:nvPr>
        </p:nvSpPr>
        <p:spPr>
          <a:xfrm>
            <a:off x="685800" y="1143000"/>
            <a:ext cx="5484960" cy="3084840"/>
          </a:xfrm>
          <a:prstGeom prst="rect">
            <a:avLst/>
          </a:prstGeom>
          <a:ln w="0">
            <a:noFill/>
          </a:ln>
        </p:spPr>
      </p:sp>
      <p:sp>
        <p:nvSpPr>
          <p:cNvPr id="583" name="PlaceHolder 2"/>
          <p:cNvSpPr>
            <a:spLocks noGrp="1"/>
          </p:cNvSpPr>
          <p:nvPr>
            <p:ph type="body"/>
          </p:nvPr>
        </p:nvSpPr>
        <p:spPr>
          <a:xfrm>
            <a:off x="685800" y="4400640"/>
            <a:ext cx="548496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584" name="PlaceHolder 3"/>
          <p:cNvSpPr>
            <a:spLocks noGrp="1"/>
          </p:cNvSpPr>
          <p:nvPr>
            <p:ph type="sldNum" idx="8"/>
          </p:nvPr>
        </p:nvSpPr>
        <p:spPr>
          <a:xfrm>
            <a:off x="0" y="8685360"/>
            <a:ext cx="2970360" cy="457200"/>
          </a:xfrm>
          <a:prstGeom prst="rect">
            <a:avLst/>
          </a:prstGeom>
          <a:noFill/>
          <a:ln w="0">
            <a:noFill/>
          </a:ln>
        </p:spPr>
        <p:txBody>
          <a:bodyPr lIns="91440" tIns="45720" rIns="91440" bIns="45720" anchor="b">
            <a:noAutofit/>
          </a:bodyPr>
          <a:lstStyle>
            <a:lvl1pPr indent="0" algn="l">
              <a:lnSpc>
                <a:spcPct val="100000"/>
              </a:lnSpc>
              <a:buNone/>
              <a:tabLst>
                <a:tab pos="0" algn="l"/>
              </a:tabLst>
              <a:defRPr lang="en-IN" sz="1800" b="0" u="none" strike="noStrike">
                <a:solidFill>
                  <a:srgbClr val="000000"/>
                </a:solidFill>
                <a:effectLst/>
                <a:uFillTx/>
                <a:latin typeface="Times New Roman"/>
              </a:defRPr>
            </a:lvl1pPr>
          </a:lstStyle>
          <a:p>
            <a:pPr indent="0" algn="l">
              <a:lnSpc>
                <a:spcPct val="100000"/>
              </a:lnSpc>
              <a:buNone/>
              <a:tabLst>
                <a:tab pos="0" algn="l"/>
              </a:tabLst>
            </a:pPr>
            <a:fld id="{90033A59-6576-4236-9A98-16DE4919B8AE}" type="slidenum">
              <a:rPr lang="en-IN" sz="1800" b="0" u="none" strike="noStrike">
                <a:solidFill>
                  <a:srgbClr val="000000"/>
                </a:solidFill>
                <a:effectLst/>
                <a:uFillTx/>
                <a:latin typeface="Times New Roman"/>
              </a:rPr>
              <a:t>&lt;number&gt;</a:t>
            </a:fld>
            <a:endParaRPr lang="en-US" sz="18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5" name="PlaceHolder 1"/>
          <p:cNvSpPr>
            <a:spLocks noGrp="1"/>
          </p:cNvSpPr>
          <p:nvPr>
            <p:ph type="sldImg"/>
          </p:nvPr>
        </p:nvSpPr>
        <p:spPr>
          <a:xfrm>
            <a:off x="685800" y="1143000"/>
            <a:ext cx="5484960" cy="3084840"/>
          </a:xfrm>
          <a:prstGeom prst="rect">
            <a:avLst/>
          </a:prstGeom>
          <a:ln w="0">
            <a:noFill/>
          </a:ln>
        </p:spPr>
      </p:sp>
      <p:sp>
        <p:nvSpPr>
          <p:cNvPr id="586" name="PlaceHolder 2"/>
          <p:cNvSpPr>
            <a:spLocks noGrp="1"/>
          </p:cNvSpPr>
          <p:nvPr>
            <p:ph type="body"/>
          </p:nvPr>
        </p:nvSpPr>
        <p:spPr>
          <a:xfrm>
            <a:off x="685800" y="4400640"/>
            <a:ext cx="5484960" cy="359928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587" name="PlaceHolder 3"/>
          <p:cNvSpPr>
            <a:spLocks noGrp="1"/>
          </p:cNvSpPr>
          <p:nvPr>
            <p:ph type="sldNum" idx="9"/>
          </p:nvPr>
        </p:nvSpPr>
        <p:spPr>
          <a:xfrm>
            <a:off x="0" y="8685360"/>
            <a:ext cx="2970360" cy="457200"/>
          </a:xfrm>
          <a:prstGeom prst="rect">
            <a:avLst/>
          </a:prstGeom>
          <a:noFill/>
          <a:ln w="0">
            <a:noFill/>
          </a:ln>
        </p:spPr>
        <p:txBody>
          <a:bodyPr lIns="91440" tIns="45720" rIns="91440" bIns="45720" anchor="b">
            <a:noAutofit/>
          </a:bodyPr>
          <a:lstStyle>
            <a:lvl1pPr indent="0" algn="l">
              <a:lnSpc>
                <a:spcPct val="100000"/>
              </a:lnSpc>
              <a:buNone/>
              <a:tabLst>
                <a:tab pos="0" algn="l"/>
              </a:tabLst>
              <a:defRPr lang="en-IN" sz="1800" b="0" u="none" strike="noStrike">
                <a:solidFill>
                  <a:srgbClr val="000000"/>
                </a:solidFill>
                <a:effectLst/>
                <a:uFillTx/>
                <a:latin typeface="Times New Roman"/>
              </a:defRPr>
            </a:lvl1pPr>
          </a:lstStyle>
          <a:p>
            <a:pPr indent="0" algn="l">
              <a:lnSpc>
                <a:spcPct val="100000"/>
              </a:lnSpc>
              <a:buNone/>
              <a:tabLst>
                <a:tab pos="0" algn="l"/>
              </a:tabLst>
            </a:pPr>
            <a:fld id="{4167BA6F-D3C2-41B3-8262-37979E71563D}" type="slidenum">
              <a:rPr lang="en-IN" sz="1800" b="0" u="none" strike="noStrike">
                <a:solidFill>
                  <a:srgbClr val="000000"/>
                </a:solidFill>
                <a:effectLst/>
                <a:uFillTx/>
                <a:latin typeface="Times New Roman"/>
              </a:rPr>
              <a:t>&lt;number&gt;</a:t>
            </a:fld>
            <a:endParaRPr lang="en-US" sz="18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jpe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jpe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jpe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jpe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jpe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jpe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pn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jpe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8.jpeg"/><Relationship Id="rId4" Type="http://schemas.openxmlformats.org/officeDocument/2006/relationships/image" Target="../media/image1.png"/>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9.png"/>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0.jpeg"/><Relationship Id="rId4" Type="http://schemas.openxmlformats.org/officeDocument/2006/relationships/image" Target="../media/image1.png"/>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png"/>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png"/>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png"/>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0-up Image">
    <p:bg>
      <p:bgPr>
        <a:solidFill>
          <a:schemeClr val="dk1"/>
        </a:solidFill>
      </p:bgPr>
    </p:bg>
    <p:spTree>
      <p:nvGrpSpPr>
        <p:cNvPr id="1" name=""/>
        <p:cNvGrpSpPr/>
        <p:nvPr/>
      </p:nvGrpSpPr>
      <p:grpSpPr>
        <a:xfrm>
          <a:off x="0" y="0"/>
          <a:ext cx="0" cy="0"/>
          <a:chOff x="0" y="0"/>
          <a:chExt cx="0" cy="0"/>
        </a:xfrm>
      </p:grpSpPr>
      <p:grpSp>
        <p:nvGrpSpPr>
          <p:cNvPr id="2" name="Google Shape;10;p1"/>
          <p:cNvGrpSpPr/>
          <p:nvPr/>
        </p:nvGrpSpPr>
        <p:grpSpPr>
          <a:xfrm>
            <a:off x="34061400" y="19504440"/>
            <a:ext cx="2513160" cy="1071360"/>
            <a:chOff x="34061400" y="19504440"/>
            <a:chExt cx="2513160" cy="1071360"/>
          </a:xfrm>
        </p:grpSpPr>
        <p:sp>
          <p:nvSpPr>
            <p:cNvPr id="3"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4"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sp>
        <p:nvSpPr>
          <p:cNvPr id="5" name="PlaceHolder 1"/>
          <p:cNvSpPr>
            <a:spLocks noGrp="1"/>
          </p:cNvSpPr>
          <p:nvPr>
            <p:ph type="body"/>
          </p:nvPr>
        </p:nvSpPr>
        <p:spPr>
          <a:xfrm>
            <a:off x="8382240" y="17058960"/>
            <a:ext cx="626004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6" name="PlaceHolder 2"/>
          <p:cNvSpPr>
            <a:spLocks noGrp="1"/>
          </p:cNvSpPr>
          <p:nvPr>
            <p:ph type="body"/>
          </p:nvPr>
        </p:nvSpPr>
        <p:spPr>
          <a:xfrm>
            <a:off x="1637640" y="17058960"/>
            <a:ext cx="625356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7" name="PlaceHolder 3"/>
          <p:cNvSpPr>
            <a:spLocks noGrp="1"/>
          </p:cNvSpPr>
          <p:nvPr>
            <p:ph type="body"/>
          </p:nvPr>
        </p:nvSpPr>
        <p:spPr>
          <a:xfrm>
            <a:off x="8382240" y="17727120"/>
            <a:ext cx="626004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8" name="PlaceHolder 4"/>
          <p:cNvSpPr>
            <a:spLocks noGrp="1"/>
          </p:cNvSpPr>
          <p:nvPr>
            <p:ph type="body"/>
          </p:nvPr>
        </p:nvSpPr>
        <p:spPr>
          <a:xfrm>
            <a:off x="1637640" y="17727120"/>
            <a:ext cx="625356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9" name="PlaceHolder 5"/>
          <p:cNvSpPr>
            <a:spLocks noGrp="1"/>
          </p:cNvSpPr>
          <p:nvPr>
            <p:ph type="body"/>
          </p:nvPr>
        </p:nvSpPr>
        <p:spPr>
          <a:xfrm>
            <a:off x="1637640" y="11926080"/>
            <a:ext cx="626220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0" name="PlaceHolder 6"/>
          <p:cNvSpPr>
            <a:spLocks noGrp="1"/>
          </p:cNvSpPr>
          <p:nvPr>
            <p:ph type="body"/>
          </p:nvPr>
        </p:nvSpPr>
        <p:spPr>
          <a:xfrm>
            <a:off x="8396280" y="11926080"/>
            <a:ext cx="626220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1" name="PlaceHolder 7"/>
          <p:cNvSpPr>
            <a:spLocks noGrp="1"/>
          </p:cNvSpPr>
          <p:nvPr>
            <p:ph type="body"/>
          </p:nvPr>
        </p:nvSpPr>
        <p:spPr>
          <a:xfrm>
            <a:off x="21902760" y="11926080"/>
            <a:ext cx="626220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2" name="PlaceHolder 8"/>
          <p:cNvSpPr>
            <a:spLocks noGrp="1"/>
          </p:cNvSpPr>
          <p:nvPr>
            <p:ph type="body"/>
          </p:nvPr>
        </p:nvSpPr>
        <p:spPr>
          <a:xfrm>
            <a:off x="15132600" y="17058960"/>
            <a:ext cx="626220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13" name="PlaceHolder 9"/>
          <p:cNvSpPr>
            <a:spLocks noGrp="1"/>
          </p:cNvSpPr>
          <p:nvPr>
            <p:ph type="body"/>
          </p:nvPr>
        </p:nvSpPr>
        <p:spPr>
          <a:xfrm>
            <a:off x="15132600" y="17727120"/>
            <a:ext cx="626220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14" name="PlaceHolder 10"/>
          <p:cNvSpPr>
            <a:spLocks noGrp="1"/>
          </p:cNvSpPr>
          <p:nvPr>
            <p:ph type="body"/>
          </p:nvPr>
        </p:nvSpPr>
        <p:spPr>
          <a:xfrm>
            <a:off x="15152040" y="4848840"/>
            <a:ext cx="626220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5" name="PlaceHolder 11"/>
          <p:cNvSpPr>
            <a:spLocks noGrp="1"/>
          </p:cNvSpPr>
          <p:nvPr>
            <p:ph type="body"/>
          </p:nvPr>
        </p:nvSpPr>
        <p:spPr>
          <a:xfrm>
            <a:off x="8394840" y="4848840"/>
            <a:ext cx="626220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6" name="PlaceHolder 12"/>
          <p:cNvSpPr>
            <a:spLocks noGrp="1"/>
          </p:cNvSpPr>
          <p:nvPr>
            <p:ph type="body"/>
          </p:nvPr>
        </p:nvSpPr>
        <p:spPr>
          <a:xfrm>
            <a:off x="1637640" y="4848840"/>
            <a:ext cx="626220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7" name="PlaceHolder 13"/>
          <p:cNvSpPr>
            <a:spLocks noGrp="1"/>
          </p:cNvSpPr>
          <p:nvPr>
            <p:ph type="body"/>
          </p:nvPr>
        </p:nvSpPr>
        <p:spPr>
          <a:xfrm>
            <a:off x="21909240" y="4848840"/>
            <a:ext cx="626220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8" name="PlaceHolder 14"/>
          <p:cNvSpPr>
            <a:spLocks noGrp="1"/>
          </p:cNvSpPr>
          <p:nvPr>
            <p:ph type="body"/>
          </p:nvPr>
        </p:nvSpPr>
        <p:spPr>
          <a:xfrm>
            <a:off x="28666440" y="4848840"/>
            <a:ext cx="626220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9" name="PlaceHolder 15"/>
          <p:cNvSpPr>
            <a:spLocks noGrp="1"/>
          </p:cNvSpPr>
          <p:nvPr>
            <p:ph type="body"/>
          </p:nvPr>
        </p:nvSpPr>
        <p:spPr>
          <a:xfrm>
            <a:off x="15144120" y="11926080"/>
            <a:ext cx="626220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20" name="PlaceHolder 16"/>
          <p:cNvSpPr>
            <a:spLocks noGrp="1"/>
          </p:cNvSpPr>
          <p:nvPr>
            <p:ph type="body"/>
          </p:nvPr>
        </p:nvSpPr>
        <p:spPr>
          <a:xfrm>
            <a:off x="21907440" y="17058960"/>
            <a:ext cx="626220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21" name="PlaceHolder 17"/>
          <p:cNvSpPr>
            <a:spLocks noGrp="1"/>
          </p:cNvSpPr>
          <p:nvPr>
            <p:ph type="body"/>
          </p:nvPr>
        </p:nvSpPr>
        <p:spPr>
          <a:xfrm>
            <a:off x="21907440" y="17727120"/>
            <a:ext cx="626220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22" name="PlaceHolder 18"/>
          <p:cNvSpPr>
            <a:spLocks noGrp="1"/>
          </p:cNvSpPr>
          <p:nvPr>
            <p:ph type="body"/>
          </p:nvPr>
        </p:nvSpPr>
        <p:spPr>
          <a:xfrm>
            <a:off x="15141960" y="9981720"/>
            <a:ext cx="626220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23" name="PlaceHolder 19"/>
          <p:cNvSpPr>
            <a:spLocks noGrp="1"/>
          </p:cNvSpPr>
          <p:nvPr>
            <p:ph type="body"/>
          </p:nvPr>
        </p:nvSpPr>
        <p:spPr>
          <a:xfrm>
            <a:off x="8391960" y="9981720"/>
            <a:ext cx="626220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24" name="PlaceHolder 20"/>
          <p:cNvSpPr>
            <a:spLocks noGrp="1"/>
          </p:cNvSpPr>
          <p:nvPr>
            <p:ph type="body"/>
          </p:nvPr>
        </p:nvSpPr>
        <p:spPr>
          <a:xfrm>
            <a:off x="15141960" y="10669320"/>
            <a:ext cx="626220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25" name="PlaceHolder 21"/>
          <p:cNvSpPr>
            <a:spLocks noGrp="1"/>
          </p:cNvSpPr>
          <p:nvPr>
            <p:ph type="body"/>
          </p:nvPr>
        </p:nvSpPr>
        <p:spPr>
          <a:xfrm>
            <a:off x="8391960" y="10669320"/>
            <a:ext cx="626220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26" name="PlaceHolder 22"/>
          <p:cNvSpPr>
            <a:spLocks noGrp="1"/>
          </p:cNvSpPr>
          <p:nvPr>
            <p:ph type="body"/>
          </p:nvPr>
        </p:nvSpPr>
        <p:spPr>
          <a:xfrm>
            <a:off x="21900600" y="9981720"/>
            <a:ext cx="626220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27" name="PlaceHolder 23"/>
          <p:cNvSpPr>
            <a:spLocks noGrp="1"/>
          </p:cNvSpPr>
          <p:nvPr>
            <p:ph type="body"/>
          </p:nvPr>
        </p:nvSpPr>
        <p:spPr>
          <a:xfrm>
            <a:off x="21900600" y="10669320"/>
            <a:ext cx="626220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28" name="PlaceHolder 24"/>
          <p:cNvSpPr>
            <a:spLocks noGrp="1"/>
          </p:cNvSpPr>
          <p:nvPr>
            <p:ph type="body"/>
          </p:nvPr>
        </p:nvSpPr>
        <p:spPr>
          <a:xfrm>
            <a:off x="28666440" y="9981720"/>
            <a:ext cx="626256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29" name="PlaceHolder 25"/>
          <p:cNvSpPr>
            <a:spLocks noGrp="1"/>
          </p:cNvSpPr>
          <p:nvPr>
            <p:ph type="body"/>
          </p:nvPr>
        </p:nvSpPr>
        <p:spPr>
          <a:xfrm>
            <a:off x="28666440" y="10669320"/>
            <a:ext cx="626256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30" name="PlaceHolder 26"/>
          <p:cNvSpPr>
            <a:spLocks noGrp="1"/>
          </p:cNvSpPr>
          <p:nvPr>
            <p:ph type="body"/>
          </p:nvPr>
        </p:nvSpPr>
        <p:spPr>
          <a:xfrm>
            <a:off x="28661040" y="11926080"/>
            <a:ext cx="626220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31" name="PlaceHolder 27"/>
          <p:cNvSpPr>
            <a:spLocks noGrp="1"/>
          </p:cNvSpPr>
          <p:nvPr>
            <p:ph type="body"/>
          </p:nvPr>
        </p:nvSpPr>
        <p:spPr>
          <a:xfrm>
            <a:off x="28644840" y="17103600"/>
            <a:ext cx="626256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32" name="PlaceHolder 28"/>
          <p:cNvSpPr>
            <a:spLocks noGrp="1"/>
          </p:cNvSpPr>
          <p:nvPr>
            <p:ph type="body"/>
          </p:nvPr>
        </p:nvSpPr>
        <p:spPr>
          <a:xfrm>
            <a:off x="28644840" y="17791200"/>
            <a:ext cx="626256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33" name="PlaceHolder 29"/>
          <p:cNvSpPr>
            <a:spLocks noGrp="1"/>
          </p:cNvSpPr>
          <p:nvPr>
            <p:ph type="body"/>
          </p:nvPr>
        </p:nvSpPr>
        <p:spPr>
          <a:xfrm>
            <a:off x="1637640" y="9981720"/>
            <a:ext cx="626220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34" name="PlaceHolder 30"/>
          <p:cNvSpPr>
            <a:spLocks noGrp="1"/>
          </p:cNvSpPr>
          <p:nvPr>
            <p:ph type="body"/>
          </p:nvPr>
        </p:nvSpPr>
        <p:spPr>
          <a:xfrm>
            <a:off x="1637640" y="10669320"/>
            <a:ext cx="626220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35" name="PlaceHolder 31"/>
          <p:cNvSpPr>
            <a:spLocks noGrp="1"/>
          </p:cNvSpPr>
          <p:nvPr>
            <p:ph type="title"/>
          </p:nvPr>
        </p:nvSpPr>
        <p:spPr>
          <a:xfrm>
            <a:off x="2514600" y="0"/>
            <a:ext cx="31545360" cy="251316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7200" b="0" u="none" strike="noStrike">
                <a:solidFill>
                  <a:srgbClr val="000000"/>
                </a:solidFill>
                <a:effectLst/>
                <a:uFillTx/>
                <a:latin typeface="Arial"/>
              </a:defRPr>
            </a:lvl1pPr>
          </a:lstStyle>
          <a:p>
            <a:pPr indent="0" algn="l">
              <a:lnSpc>
                <a:spcPct val="100000"/>
              </a:lnSpc>
              <a:buNone/>
              <a:tabLst>
                <a:tab pos="0" algn="l"/>
              </a:tabLst>
            </a:pPr>
            <a:r>
              <a:rPr lang="en-US" sz="7200" b="0" u="none" strike="noStrike">
                <a:solidFill>
                  <a:srgbClr val="000000"/>
                </a:solidFill>
                <a:effectLst/>
                <a:uFillTx/>
                <a:latin typeface="Arial"/>
              </a:rPr>
              <a:t>Click to </a:t>
            </a:r>
            <a:r>
              <a:rPr lang="en-US" sz="7200" b="0" u="none" strike="noStrike">
                <a:solidFill>
                  <a:srgbClr val="000000"/>
                </a:solidFill>
                <a:effectLst/>
                <a:uFillTx/>
                <a:latin typeface="Arial"/>
              </a:rPr>
              <a:t>edit the </a:t>
            </a:r>
            <a:r>
              <a:rPr lang="en-US" sz="7200" b="0" u="none" strike="noStrike">
                <a:solidFill>
                  <a:srgbClr val="000000"/>
                </a:solidFill>
                <a:effectLst/>
                <a:uFillTx/>
                <a:latin typeface="Arial"/>
              </a:rPr>
              <a:t>title text </a:t>
            </a:r>
            <a:r>
              <a:rPr lang="en-US" sz="7200" b="0" u="none" strike="noStrike">
                <a:solidFill>
                  <a:srgbClr val="000000"/>
                </a:solidFill>
                <a:effectLst/>
                <a:uFillTx/>
                <a:latin typeface="Arial"/>
              </a:rPr>
              <a:t>format</a:t>
            </a:r>
            <a:endParaRPr lang="en-US" sz="7200" b="0" u="none" strike="noStrike">
              <a:solidFill>
                <a:srgbClr val="000000"/>
              </a:solidFill>
              <a:effectLst/>
              <a:uFillTx/>
              <a:latin typeface="Arial"/>
            </a:endParaRPr>
          </a:p>
        </p:txBody>
      </p:sp>
      <p:sp>
        <p:nvSpPr>
          <p:cNvPr id="36" name="PlaceHolder 32"/>
          <p:cNvSpPr>
            <a:spLocks noGrp="1"/>
          </p:cNvSpPr>
          <p:nvPr>
            <p:ph type="body"/>
          </p:nvPr>
        </p:nvSpPr>
        <p:spPr>
          <a:xfrm>
            <a:off x="2514600" y="2487240"/>
            <a:ext cx="31545360" cy="14068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800" b="0" u="none" strike="noStrike">
                <a:solidFill>
                  <a:srgbClr val="000000"/>
                </a:solidFill>
                <a:effectLst/>
                <a:uFillTx/>
                <a:latin typeface="Arial"/>
              </a:rPr>
              <a:t>Click to edit the outline text format</a:t>
            </a:r>
            <a:endParaRPr lang="en-US" sz="4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800" b="0" u="none" strike="noStrike">
                <a:solidFill>
                  <a:srgbClr val="000000"/>
                </a:solidFill>
                <a:effectLst/>
                <a:uFillTx/>
                <a:latin typeface="Arial"/>
              </a:rPr>
              <a:t>Second Outline Level</a:t>
            </a:r>
            <a:endParaRPr lang="en-US" sz="4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800" b="0" u="none" strike="noStrike">
                <a:solidFill>
                  <a:srgbClr val="000000"/>
                </a:solidFill>
                <a:effectLst/>
                <a:uFillTx/>
                <a:latin typeface="Arial"/>
              </a:rPr>
              <a:t>Third Outline Level</a:t>
            </a:r>
            <a:endParaRPr lang="en-US" sz="4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800" b="0" u="none" strike="noStrike">
                <a:solidFill>
                  <a:srgbClr val="000000"/>
                </a:solidFill>
                <a:effectLst/>
                <a:uFillTx/>
                <a:latin typeface="Arial"/>
              </a:rPr>
              <a:t>Fourth Outline Level</a:t>
            </a:r>
            <a:endParaRPr lang="en-US" sz="4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Fifth Outline Level</a:t>
            </a:r>
            <a:endParaRPr lang="en-US" sz="4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Sixth Outline Level</a:t>
            </a:r>
            <a:endParaRPr lang="en-US" sz="4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Seventh Outline Level</a:t>
            </a:r>
            <a:endParaRPr lang="en-US" sz="48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Use Case Layout">
    <p:bg>
      <p:bgPr>
        <a:solidFill>
          <a:schemeClr val="dk1"/>
        </a:solidFill>
      </p:bgPr>
    </p:bg>
    <p:spTree>
      <p:nvGrpSpPr>
        <p:cNvPr id="1" name=""/>
        <p:cNvGrpSpPr/>
        <p:nvPr/>
      </p:nvGrpSpPr>
      <p:grpSpPr>
        <a:xfrm>
          <a:off x="0" y="0"/>
          <a:ext cx="0" cy="0"/>
          <a:chOff x="0" y="0"/>
          <a:chExt cx="0" cy="0"/>
        </a:xfrm>
      </p:grpSpPr>
      <p:grpSp>
        <p:nvGrpSpPr>
          <p:cNvPr id="37" name="Google Shape;10;p1"/>
          <p:cNvGrpSpPr/>
          <p:nvPr/>
        </p:nvGrpSpPr>
        <p:grpSpPr>
          <a:xfrm>
            <a:off x="34061400" y="19504440"/>
            <a:ext cx="2513160" cy="1071360"/>
            <a:chOff x="34061400" y="19504440"/>
            <a:chExt cx="2513160" cy="1071360"/>
          </a:xfrm>
        </p:grpSpPr>
        <p:sp>
          <p:nvSpPr>
            <p:cNvPr id="38"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39"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pic>
        <p:nvPicPr>
          <p:cNvPr id="40" name="Google Shape;331;p32"/>
          <p:cNvPicPr/>
          <p:nvPr/>
        </p:nvPicPr>
        <p:blipFill>
          <a:blip r:embed="rId3"/>
          <a:stretch/>
        </p:blipFill>
        <p:spPr>
          <a:xfrm>
            <a:off x="0" y="0"/>
            <a:ext cx="36574560" cy="20572560"/>
          </a:xfrm>
          <a:prstGeom prst="rect">
            <a:avLst/>
          </a:prstGeom>
          <a:noFill/>
          <a:ln w="0">
            <a:noFill/>
          </a:ln>
        </p:spPr>
      </p:pic>
      <p:sp>
        <p:nvSpPr>
          <p:cNvPr id="41" name="PlaceHolder 1"/>
          <p:cNvSpPr>
            <a:spLocks noGrp="1"/>
          </p:cNvSpPr>
          <p:nvPr>
            <p:ph type="body"/>
          </p:nvPr>
        </p:nvSpPr>
        <p:spPr>
          <a:xfrm>
            <a:off x="0" y="0"/>
            <a:ext cx="36574560" cy="20572560"/>
          </a:xfrm>
          <a:prstGeom prst="rect">
            <a:avLst/>
          </a:prstGeom>
          <a:solidFill>
            <a:srgbClr val="F2F2F2"/>
          </a:solidFill>
          <a:ln w="0">
            <a:noFill/>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xt Left TITLE ONLY - Image Right">
    <p:bg>
      <p:bgPr>
        <a:solidFill>
          <a:schemeClr val="dk1"/>
        </a:solidFill>
      </p:bgPr>
    </p:bg>
    <p:spTree>
      <p:nvGrpSpPr>
        <p:cNvPr id="1" name=""/>
        <p:cNvGrpSpPr/>
        <p:nvPr/>
      </p:nvGrpSpPr>
      <p:grpSpPr>
        <a:xfrm>
          <a:off x="0" y="0"/>
          <a:ext cx="0" cy="0"/>
          <a:chOff x="0" y="0"/>
          <a:chExt cx="0" cy="0"/>
        </a:xfrm>
      </p:grpSpPr>
      <p:grpSp>
        <p:nvGrpSpPr>
          <p:cNvPr id="42" name="Google Shape;10;p1"/>
          <p:cNvGrpSpPr/>
          <p:nvPr/>
        </p:nvGrpSpPr>
        <p:grpSpPr>
          <a:xfrm>
            <a:off x="34061400" y="19504440"/>
            <a:ext cx="2513160" cy="1071360"/>
            <a:chOff x="34061400" y="19504440"/>
            <a:chExt cx="2513160" cy="1071360"/>
          </a:xfrm>
        </p:grpSpPr>
        <p:sp>
          <p:nvSpPr>
            <p:cNvPr id="43"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44"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sp>
        <p:nvSpPr>
          <p:cNvPr id="45" name="Google Shape;103;p18"/>
          <p:cNvSpPr/>
          <p:nvPr/>
        </p:nvSpPr>
        <p:spPr>
          <a:xfrm>
            <a:off x="32964120" y="18928080"/>
            <a:ext cx="3610440" cy="1644480"/>
          </a:xfrm>
          <a:prstGeom prst="rect">
            <a:avLst/>
          </a:prstGeom>
          <a:solidFill>
            <a:schemeClr val="dk1"/>
          </a:solidFill>
          <a:ln w="0">
            <a:noFill/>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46" name="PlaceHolder 1"/>
          <p:cNvSpPr>
            <a:spLocks noGrp="1"/>
          </p:cNvSpPr>
          <p:nvPr>
            <p:ph type="body"/>
          </p:nvPr>
        </p:nvSpPr>
        <p:spPr>
          <a:xfrm>
            <a:off x="16422480" y="0"/>
            <a:ext cx="20152080" cy="20572560"/>
          </a:xfrm>
          <a:prstGeom prst="rect">
            <a:avLst/>
          </a:prstGeom>
          <a:solidFill>
            <a:srgbClr val="F2F2F2">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7" name="PlaceHolder 2"/>
          <p:cNvSpPr>
            <a:spLocks noGrp="1"/>
          </p:cNvSpPr>
          <p:nvPr>
            <p:ph type="title"/>
          </p:nvPr>
        </p:nvSpPr>
        <p:spPr>
          <a:xfrm>
            <a:off x="2597040" y="8604000"/>
            <a:ext cx="12178440" cy="3364200"/>
          </a:xfrm>
          <a:prstGeom prst="rect">
            <a:avLst/>
          </a:prstGeom>
          <a:noFill/>
          <a:ln w="0">
            <a:noFill/>
          </a:ln>
        </p:spPr>
        <p:txBody>
          <a:bodyPr lIns="91440" tIns="45720" rIns="91440" bIns="45720" anchor="ctr">
            <a:normAutofit/>
          </a:bodyPr>
          <a:lstStyle>
            <a:lvl1pPr indent="0" algn="l">
              <a:lnSpc>
                <a:spcPct val="100000"/>
              </a:lnSpc>
              <a:buNone/>
              <a:tabLst>
                <a:tab pos="0" algn="l"/>
              </a:tabLst>
              <a:defRPr lang="en-US" sz="7200" b="0" u="none" strike="noStrike">
                <a:solidFill>
                  <a:srgbClr val="000000"/>
                </a:solidFill>
                <a:effectLst/>
                <a:uFillTx/>
                <a:latin typeface="Arial"/>
              </a:defRPr>
            </a:lvl1pPr>
          </a:lstStyle>
          <a:p>
            <a:pPr indent="0" algn="l">
              <a:lnSpc>
                <a:spcPct val="100000"/>
              </a:lnSpc>
              <a:buNone/>
              <a:tabLst>
                <a:tab pos="0" algn="l"/>
              </a:tabLst>
            </a:pPr>
            <a:r>
              <a:rPr lang="en-US" sz="7200" b="0" u="none" strike="noStrike">
                <a:solidFill>
                  <a:srgbClr val="000000"/>
                </a:solidFill>
                <a:effectLst/>
                <a:uFillTx/>
                <a:latin typeface="Arial"/>
              </a:rPr>
              <a:t>Click to edit the title text format</a:t>
            </a:r>
            <a:endParaRPr lang="en-US" sz="7200" b="0" u="none" strike="noStrike">
              <a:solidFill>
                <a:srgbClr val="000000"/>
              </a:solidFill>
              <a:effectLst/>
              <a:uFillTx/>
              <a:latin typeface="Arial"/>
            </a:endParaRPr>
          </a:p>
        </p:txBody>
      </p:sp>
      <p:grpSp>
        <p:nvGrpSpPr>
          <p:cNvPr id="48" name="Google Shape;106;p18"/>
          <p:cNvGrpSpPr/>
          <p:nvPr/>
        </p:nvGrpSpPr>
        <p:grpSpPr>
          <a:xfrm>
            <a:off x="0" y="19504440"/>
            <a:ext cx="2329200" cy="1081440"/>
            <a:chOff x="0" y="19504440"/>
            <a:chExt cx="2329200" cy="1081440"/>
          </a:xfrm>
        </p:grpSpPr>
        <p:sp>
          <p:nvSpPr>
            <p:cNvPr id="49" name="Google Shape;107;p18"/>
            <p:cNvSpPr/>
            <p:nvPr/>
          </p:nvSpPr>
          <p:spPr>
            <a:xfrm>
              <a:off x="0" y="1969776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50" name="Google Shape;108;p18" descr="A picture containing shape&#10;&#10;Description automatically generated"/>
            <p:cNvPicPr/>
            <p:nvPr/>
          </p:nvPicPr>
          <p:blipFill>
            <a:blip r:embed="rId3"/>
            <a:stretch/>
          </p:blipFill>
          <p:spPr>
            <a:xfrm>
              <a:off x="327240" y="19504440"/>
              <a:ext cx="2001960" cy="688680"/>
            </a:xfrm>
            <a:prstGeom prst="rect">
              <a:avLst/>
            </a:prstGeom>
            <a:noFill/>
            <a:ln w="0">
              <a:noFill/>
            </a:ln>
          </p:spPr>
        </p:pic>
      </p:gr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Demo - Image Layout">
    <p:bg>
      <p:bgPr>
        <a:solidFill>
          <a:schemeClr val="dk1"/>
        </a:solidFill>
      </p:bgPr>
    </p:bg>
    <p:spTree>
      <p:nvGrpSpPr>
        <p:cNvPr id="1" name=""/>
        <p:cNvGrpSpPr/>
        <p:nvPr/>
      </p:nvGrpSpPr>
      <p:grpSpPr>
        <a:xfrm>
          <a:off x="0" y="0"/>
          <a:ext cx="0" cy="0"/>
          <a:chOff x="0" y="0"/>
          <a:chExt cx="0" cy="0"/>
        </a:xfrm>
      </p:grpSpPr>
      <p:grpSp>
        <p:nvGrpSpPr>
          <p:cNvPr id="51" name="Google Shape;10;p1"/>
          <p:cNvGrpSpPr/>
          <p:nvPr/>
        </p:nvGrpSpPr>
        <p:grpSpPr>
          <a:xfrm>
            <a:off x="34061400" y="19504440"/>
            <a:ext cx="2513160" cy="1071360"/>
            <a:chOff x="34061400" y="19504440"/>
            <a:chExt cx="2513160" cy="1071360"/>
          </a:xfrm>
        </p:grpSpPr>
        <p:sp>
          <p:nvSpPr>
            <p:cNvPr id="52"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53"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pic>
        <p:nvPicPr>
          <p:cNvPr id="54" name="Google Shape;334;p33"/>
          <p:cNvPicPr/>
          <p:nvPr/>
        </p:nvPicPr>
        <p:blipFill>
          <a:blip r:embed="rId3"/>
          <a:stretch/>
        </p:blipFill>
        <p:spPr>
          <a:xfrm>
            <a:off x="0" y="0"/>
            <a:ext cx="36574560" cy="20572560"/>
          </a:xfrm>
          <a:prstGeom prst="rect">
            <a:avLst/>
          </a:prstGeom>
          <a:noFill/>
          <a:ln w="0">
            <a:noFill/>
          </a:ln>
        </p:spPr>
      </p:pic>
      <p:sp>
        <p:nvSpPr>
          <p:cNvPr id="55" name="PlaceHolder 1"/>
          <p:cNvSpPr>
            <a:spLocks noGrp="1"/>
          </p:cNvSpPr>
          <p:nvPr>
            <p:ph type="body"/>
          </p:nvPr>
        </p:nvSpPr>
        <p:spPr>
          <a:xfrm>
            <a:off x="0" y="0"/>
            <a:ext cx="36574560" cy="20572560"/>
          </a:xfrm>
          <a:prstGeom prst="rect">
            <a:avLst/>
          </a:prstGeom>
          <a:solidFill>
            <a:srgbClr val="F2F2F2"/>
          </a:solidFill>
          <a:ln w="0">
            <a:noFill/>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mo - Insert Video Layout">
    <p:bg>
      <p:bgPr>
        <a:solidFill>
          <a:schemeClr val="dk1"/>
        </a:solidFill>
      </p:bgPr>
    </p:bg>
    <p:spTree>
      <p:nvGrpSpPr>
        <p:cNvPr id="1" name=""/>
        <p:cNvGrpSpPr/>
        <p:nvPr/>
      </p:nvGrpSpPr>
      <p:grpSpPr>
        <a:xfrm>
          <a:off x="0" y="0"/>
          <a:ext cx="0" cy="0"/>
          <a:chOff x="0" y="0"/>
          <a:chExt cx="0" cy="0"/>
        </a:xfrm>
      </p:grpSpPr>
      <p:grpSp>
        <p:nvGrpSpPr>
          <p:cNvPr id="56" name="Google Shape;10;p1"/>
          <p:cNvGrpSpPr/>
          <p:nvPr/>
        </p:nvGrpSpPr>
        <p:grpSpPr>
          <a:xfrm>
            <a:off x="34061400" y="19504440"/>
            <a:ext cx="2513160" cy="1071360"/>
            <a:chOff x="34061400" y="19504440"/>
            <a:chExt cx="2513160" cy="1071360"/>
          </a:xfrm>
        </p:grpSpPr>
        <p:sp>
          <p:nvSpPr>
            <p:cNvPr id="57"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58"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sp>
        <p:nvSpPr>
          <p:cNvPr id="59" name="Google Shape;337;p34"/>
          <p:cNvSpPr/>
          <p:nvPr/>
        </p:nvSpPr>
        <p:spPr>
          <a:xfrm>
            <a:off x="0" y="0"/>
            <a:ext cx="36574560" cy="20572560"/>
          </a:xfrm>
          <a:prstGeom prst="rect">
            <a:avLst/>
          </a:prstGeom>
          <a:solidFill>
            <a:schemeClr val="dk1"/>
          </a:solidFill>
          <a:ln w="0">
            <a:noFill/>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60" name="PlaceHolder 1"/>
          <p:cNvSpPr>
            <a:spLocks noGrp="1"/>
          </p:cNvSpPr>
          <p:nvPr>
            <p:ph type="body"/>
          </p:nvPr>
        </p:nvSpPr>
        <p:spPr>
          <a:xfrm>
            <a:off x="0" y="0"/>
            <a:ext cx="36574560" cy="20572560"/>
          </a:xfrm>
          <a:prstGeom prst="rect">
            <a:avLst/>
          </a:prstGeom>
          <a:solidFill>
            <a:srgbClr val="F2F2F2"/>
          </a:solidFill>
          <a:ln w="0">
            <a:noFill/>
          </a:ln>
        </p:spPr>
        <p:txBody>
          <a:bodyPr lIns="91440" tIns="0" rIns="91440" bIns="4206240" anchor="ctr">
            <a:noAutofit/>
          </a:bodyPr>
          <a:lstStyle>
            <a:lvl1pPr algn="l">
              <a:lnSpc>
                <a:spcPct val="100000"/>
              </a:lnSpc>
              <a:spcBef>
                <a:spcPts val="1417"/>
              </a:spcBef>
              <a:buClr>
                <a:srgbClr val="000000"/>
              </a:buClr>
              <a:buSzPct val="45000"/>
              <a:buFont typeface="Wingdings" charset="2"/>
              <a:buChar char=""/>
              <a:defRPr lang="en-US" sz="84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84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8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84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84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84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84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8400" b="0" u="none" strike="noStrike">
                <a:solidFill>
                  <a:srgbClr val="000000"/>
                </a:solidFill>
                <a:effectLst/>
                <a:uFillTx/>
                <a:latin typeface="Arial"/>
              </a:rPr>
              <a:t>Click to edit the outline text format</a:t>
            </a:r>
            <a:endParaRPr lang="en-US" sz="84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8400" b="0" u="none" strike="noStrike">
                <a:solidFill>
                  <a:srgbClr val="000000"/>
                </a:solidFill>
                <a:effectLst/>
                <a:uFillTx/>
                <a:latin typeface="Arial"/>
              </a:rPr>
              <a:t>Second Outline Level</a:t>
            </a:r>
            <a:endParaRPr lang="en-US" sz="84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8400" b="0" u="none" strike="noStrike">
                <a:solidFill>
                  <a:srgbClr val="000000"/>
                </a:solidFill>
                <a:effectLst/>
                <a:uFillTx/>
                <a:latin typeface="Arial"/>
              </a:rPr>
              <a:t>Third Outline Level</a:t>
            </a:r>
            <a:endParaRPr lang="en-US" sz="8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8400" b="0" u="none" strike="noStrike">
                <a:solidFill>
                  <a:srgbClr val="000000"/>
                </a:solidFill>
                <a:effectLst/>
                <a:uFillTx/>
                <a:latin typeface="Arial"/>
              </a:rPr>
              <a:t>Fourth Outline Level</a:t>
            </a:r>
            <a:endParaRPr lang="en-US" sz="84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8400" b="0" u="none" strike="noStrike">
                <a:solidFill>
                  <a:srgbClr val="000000"/>
                </a:solidFill>
                <a:effectLst/>
                <a:uFillTx/>
                <a:latin typeface="Arial"/>
              </a:rPr>
              <a:t>Fifth Outline Level</a:t>
            </a:r>
            <a:endParaRPr lang="en-US" sz="84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8400" b="0" u="none" strike="noStrike">
                <a:solidFill>
                  <a:srgbClr val="000000"/>
                </a:solidFill>
                <a:effectLst/>
                <a:uFillTx/>
                <a:latin typeface="Arial"/>
              </a:rPr>
              <a:t>Sixth Outline Level</a:t>
            </a:r>
            <a:endParaRPr lang="en-US" sz="84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8400" b="0" u="none" strike="noStrike">
                <a:solidFill>
                  <a:srgbClr val="000000"/>
                </a:solidFill>
                <a:effectLst/>
                <a:uFillTx/>
                <a:latin typeface="Arial"/>
              </a:rPr>
              <a:t>Seventh Outline Level</a:t>
            </a:r>
            <a:endParaRPr lang="en-US" sz="8400" b="0" u="none" strike="noStrik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meline">
    <p:bg>
      <p:bgPr>
        <a:solidFill>
          <a:schemeClr val="dk1"/>
        </a:solidFill>
      </p:bgPr>
    </p:bg>
    <p:spTree>
      <p:nvGrpSpPr>
        <p:cNvPr id="1" name=""/>
        <p:cNvGrpSpPr/>
        <p:nvPr/>
      </p:nvGrpSpPr>
      <p:grpSpPr>
        <a:xfrm>
          <a:off x="0" y="0"/>
          <a:ext cx="0" cy="0"/>
          <a:chOff x="0" y="0"/>
          <a:chExt cx="0" cy="0"/>
        </a:xfrm>
      </p:grpSpPr>
      <p:grpSp>
        <p:nvGrpSpPr>
          <p:cNvPr id="61" name="Google Shape;10;p1"/>
          <p:cNvGrpSpPr/>
          <p:nvPr/>
        </p:nvGrpSpPr>
        <p:grpSpPr>
          <a:xfrm>
            <a:off x="34061400" y="19504440"/>
            <a:ext cx="2513160" cy="1071360"/>
            <a:chOff x="34061400" y="19504440"/>
            <a:chExt cx="2513160" cy="1071360"/>
          </a:xfrm>
        </p:grpSpPr>
        <p:sp>
          <p:nvSpPr>
            <p:cNvPr id="62"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63"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pic>
        <p:nvPicPr>
          <p:cNvPr id="64" name="Google Shape;340;p35" descr="A green and white background&#10;&#10;Description automatically generated"/>
          <p:cNvPicPr/>
          <p:nvPr/>
        </p:nvPicPr>
        <p:blipFill>
          <a:blip r:embed="rId3"/>
          <a:stretch/>
        </p:blipFill>
        <p:spPr>
          <a:xfrm>
            <a:off x="0" y="0"/>
            <a:ext cx="36574560" cy="20572560"/>
          </a:xfrm>
          <a:prstGeom prst="rect">
            <a:avLst/>
          </a:prstGeom>
          <a:noFill/>
          <a:ln w="0">
            <a:noFill/>
          </a:ln>
        </p:spPr>
      </p:pic>
      <p:sp>
        <p:nvSpPr>
          <p:cNvPr id="65" name="Google Shape;341;p35"/>
          <p:cNvSpPr/>
          <p:nvPr/>
        </p:nvSpPr>
        <p:spPr>
          <a:xfrm>
            <a:off x="0" y="6963840"/>
            <a:ext cx="36574560" cy="13608720"/>
          </a:xfrm>
          <a:prstGeom prst="rect">
            <a:avLst/>
          </a:prstGeom>
          <a:gradFill rotWithShape="0">
            <a:gsLst>
              <a:gs pos="0">
                <a:srgbClr val="FFFFFF"/>
              </a:gs>
              <a:gs pos="78000">
                <a:srgbClr val="FFFFFF">
                  <a:alpha val="55000"/>
                </a:srgbClr>
              </a:gs>
              <a:gs pos="100000">
                <a:srgbClr val="FFFFFF">
                  <a:alpha val="0"/>
                </a:srgbClr>
              </a:gs>
            </a:gsLst>
            <a:lin ang="5400000"/>
          </a:gradFill>
          <a:ln w="0">
            <a:noFill/>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cxnSp>
        <p:nvCxnSpPr>
          <p:cNvPr id="66" name="Google Shape;342;p35"/>
          <p:cNvCxnSpPr/>
          <p:nvPr/>
        </p:nvCxnSpPr>
        <p:spPr>
          <a:xfrm>
            <a:off x="0" y="11329200"/>
            <a:ext cx="36577440" cy="1440"/>
          </a:xfrm>
          <a:prstGeom prst="straightConnector1">
            <a:avLst/>
          </a:prstGeom>
          <a:ln w="50800">
            <a:solidFill>
              <a:srgbClr val="76B900"/>
            </a:solidFill>
            <a:round/>
          </a:ln>
        </p:spPr>
      </p:cxnSp>
      <p:sp>
        <p:nvSpPr>
          <p:cNvPr id="67" name="PlaceHolder 1"/>
          <p:cNvSpPr>
            <a:spLocks noGrp="1"/>
          </p:cNvSpPr>
          <p:nvPr>
            <p:ph type="title"/>
          </p:nvPr>
        </p:nvSpPr>
        <p:spPr>
          <a:xfrm>
            <a:off x="2514600" y="0"/>
            <a:ext cx="31545360" cy="251316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7200" b="0" u="none" strike="noStrike">
                <a:solidFill>
                  <a:srgbClr val="000000"/>
                </a:solidFill>
                <a:effectLst/>
                <a:uFillTx/>
                <a:latin typeface="Arial"/>
              </a:defRPr>
            </a:lvl1pPr>
          </a:lstStyle>
          <a:p>
            <a:pPr indent="0" algn="l">
              <a:lnSpc>
                <a:spcPct val="100000"/>
              </a:lnSpc>
              <a:buNone/>
              <a:tabLst>
                <a:tab pos="0" algn="l"/>
              </a:tabLst>
            </a:pPr>
            <a:r>
              <a:rPr lang="en-US" sz="7200" b="0" u="none" strike="noStrike">
                <a:solidFill>
                  <a:srgbClr val="000000"/>
                </a:solidFill>
                <a:effectLst/>
                <a:uFillTx/>
                <a:latin typeface="Arial"/>
              </a:rPr>
              <a:t>Click to edit the title text format</a:t>
            </a:r>
            <a:endParaRPr lang="en-US" sz="7200" b="0" u="none" strike="noStrike">
              <a:solidFill>
                <a:srgbClr val="000000"/>
              </a:solidFill>
              <a:effectLst/>
              <a:uFillTx/>
              <a:latin typeface="Arial"/>
            </a:endParaRPr>
          </a:p>
        </p:txBody>
      </p:sp>
      <p:sp>
        <p:nvSpPr>
          <p:cNvPr id="68" name="PlaceHolder 2"/>
          <p:cNvSpPr>
            <a:spLocks noGrp="1"/>
          </p:cNvSpPr>
          <p:nvPr>
            <p:ph type="body"/>
          </p:nvPr>
        </p:nvSpPr>
        <p:spPr>
          <a:xfrm>
            <a:off x="2514600" y="2487240"/>
            <a:ext cx="31545360" cy="14068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800" b="0" u="none" strike="noStrike">
                <a:solidFill>
                  <a:srgbClr val="000000"/>
                </a:solidFill>
                <a:effectLst/>
                <a:uFillTx/>
                <a:latin typeface="Arial"/>
              </a:rPr>
              <a:t>Click to edit the outline text format</a:t>
            </a:r>
            <a:endParaRPr lang="en-US" sz="4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800" b="0" u="none" strike="noStrike">
                <a:solidFill>
                  <a:srgbClr val="000000"/>
                </a:solidFill>
                <a:effectLst/>
                <a:uFillTx/>
                <a:latin typeface="Arial"/>
              </a:rPr>
              <a:t>Second Outline Level</a:t>
            </a:r>
            <a:endParaRPr lang="en-US" sz="4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800" b="0" u="none" strike="noStrike">
                <a:solidFill>
                  <a:srgbClr val="000000"/>
                </a:solidFill>
                <a:effectLst/>
                <a:uFillTx/>
                <a:latin typeface="Arial"/>
              </a:rPr>
              <a:t>Third Outline Level</a:t>
            </a:r>
            <a:endParaRPr lang="en-US" sz="4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800" b="0" u="none" strike="noStrike">
                <a:solidFill>
                  <a:srgbClr val="000000"/>
                </a:solidFill>
                <a:effectLst/>
                <a:uFillTx/>
                <a:latin typeface="Arial"/>
              </a:rPr>
              <a:t>Fourth Outline Level</a:t>
            </a:r>
            <a:endParaRPr lang="en-US" sz="4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Fifth Outline Level</a:t>
            </a:r>
            <a:endParaRPr lang="en-US" sz="4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Sixth Outline Level</a:t>
            </a:r>
            <a:endParaRPr lang="en-US" sz="4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Seventh Outline Level</a:t>
            </a:r>
            <a:endParaRPr lang="en-US" sz="4800" b="0" u="none" strike="noStrik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Column">
    <p:bg>
      <p:bgPr>
        <a:solidFill>
          <a:schemeClr val="dk1"/>
        </a:solidFill>
      </p:bgPr>
    </p:bg>
    <p:spTree>
      <p:nvGrpSpPr>
        <p:cNvPr id="1" name=""/>
        <p:cNvGrpSpPr/>
        <p:nvPr/>
      </p:nvGrpSpPr>
      <p:grpSpPr>
        <a:xfrm>
          <a:off x="0" y="0"/>
          <a:ext cx="0" cy="0"/>
          <a:chOff x="0" y="0"/>
          <a:chExt cx="0" cy="0"/>
        </a:xfrm>
      </p:grpSpPr>
      <p:grpSp>
        <p:nvGrpSpPr>
          <p:cNvPr id="69" name="Google Shape;10;p1"/>
          <p:cNvGrpSpPr/>
          <p:nvPr/>
        </p:nvGrpSpPr>
        <p:grpSpPr>
          <a:xfrm>
            <a:off x="34061400" y="19504440"/>
            <a:ext cx="2513160" cy="1071360"/>
            <a:chOff x="34061400" y="19504440"/>
            <a:chExt cx="2513160" cy="1071360"/>
          </a:xfrm>
        </p:grpSpPr>
        <p:sp>
          <p:nvSpPr>
            <p:cNvPr id="70"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71"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sp>
        <p:nvSpPr>
          <p:cNvPr id="72" name="PlaceHolder 1"/>
          <p:cNvSpPr>
            <a:spLocks noGrp="1"/>
          </p:cNvSpPr>
          <p:nvPr>
            <p:ph type="title"/>
          </p:nvPr>
        </p:nvSpPr>
        <p:spPr>
          <a:xfrm>
            <a:off x="2514600" y="0"/>
            <a:ext cx="31545360" cy="251316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7200" b="0" u="none" strike="noStrike">
                <a:solidFill>
                  <a:srgbClr val="000000"/>
                </a:solidFill>
                <a:effectLst/>
                <a:uFillTx/>
                <a:latin typeface="Arial"/>
              </a:defRPr>
            </a:lvl1pPr>
          </a:lstStyle>
          <a:p>
            <a:pPr indent="0" algn="l">
              <a:lnSpc>
                <a:spcPct val="100000"/>
              </a:lnSpc>
              <a:buNone/>
              <a:tabLst>
                <a:tab pos="0" algn="l"/>
              </a:tabLst>
            </a:pPr>
            <a:r>
              <a:rPr lang="en-US" sz="7200" b="0" u="none" strike="noStrike">
                <a:solidFill>
                  <a:srgbClr val="000000"/>
                </a:solidFill>
                <a:effectLst/>
                <a:uFillTx/>
                <a:latin typeface="Arial"/>
              </a:rPr>
              <a:t>Click to edit the title text format</a:t>
            </a:r>
            <a:endParaRPr lang="en-US" sz="7200" b="0" u="none" strike="noStrike">
              <a:solidFill>
                <a:srgbClr val="000000"/>
              </a:solidFill>
              <a:effectLst/>
              <a:uFillTx/>
              <a:latin typeface="Arial"/>
            </a:endParaRPr>
          </a:p>
        </p:txBody>
      </p:sp>
      <p:sp>
        <p:nvSpPr>
          <p:cNvPr id="73" name="PlaceHolder 2"/>
          <p:cNvSpPr>
            <a:spLocks noGrp="1"/>
          </p:cNvSpPr>
          <p:nvPr>
            <p:ph type="body"/>
          </p:nvPr>
        </p:nvSpPr>
        <p:spPr>
          <a:xfrm>
            <a:off x="2514600" y="2487240"/>
            <a:ext cx="31545360" cy="14068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800" b="0" u="none" strike="noStrike">
                <a:solidFill>
                  <a:srgbClr val="000000"/>
                </a:solidFill>
                <a:effectLst/>
                <a:uFillTx/>
                <a:latin typeface="Arial"/>
              </a:rPr>
              <a:t>Click to edit the outline text format</a:t>
            </a:r>
            <a:endParaRPr lang="en-US" sz="4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800" b="0" u="none" strike="noStrike">
                <a:solidFill>
                  <a:srgbClr val="000000"/>
                </a:solidFill>
                <a:effectLst/>
                <a:uFillTx/>
                <a:latin typeface="Arial"/>
              </a:rPr>
              <a:t>Second Outline Level</a:t>
            </a:r>
            <a:endParaRPr lang="en-US" sz="4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800" b="0" u="none" strike="noStrike">
                <a:solidFill>
                  <a:srgbClr val="000000"/>
                </a:solidFill>
                <a:effectLst/>
                <a:uFillTx/>
                <a:latin typeface="Arial"/>
              </a:rPr>
              <a:t>Third Outline Level</a:t>
            </a:r>
            <a:endParaRPr lang="en-US" sz="4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800" b="0" u="none" strike="noStrike">
                <a:solidFill>
                  <a:srgbClr val="000000"/>
                </a:solidFill>
                <a:effectLst/>
                <a:uFillTx/>
                <a:latin typeface="Arial"/>
              </a:rPr>
              <a:t>Fourth Outline Level</a:t>
            </a:r>
            <a:endParaRPr lang="en-US" sz="4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Fifth Outline Level</a:t>
            </a:r>
            <a:endParaRPr lang="en-US" sz="4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Sixth Outline Level</a:t>
            </a:r>
            <a:endParaRPr lang="en-US" sz="4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Seventh Outline Level</a:t>
            </a:r>
            <a:endParaRPr lang="en-US" sz="4800" b="0" u="none" strike="noStrike">
              <a:solidFill>
                <a:srgbClr val="000000"/>
              </a:solidFill>
              <a:effectLst/>
              <a:uFillTx/>
              <a:latin typeface="Arial"/>
            </a:endParaRPr>
          </a:p>
        </p:txBody>
      </p:sp>
      <p:sp>
        <p:nvSpPr>
          <p:cNvPr id="74" name="PlaceHolder 3"/>
          <p:cNvSpPr>
            <a:spLocks noGrp="1"/>
          </p:cNvSpPr>
          <p:nvPr>
            <p:ph type="body"/>
          </p:nvPr>
        </p:nvSpPr>
        <p:spPr>
          <a:xfrm>
            <a:off x="2514600" y="4846320"/>
            <a:ext cx="15214320" cy="136504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4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4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4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7pPr>
          </a:lstStyle>
          <a:p>
            <a:pPr marL="457200" indent="-507960" algn="l">
              <a:lnSpc>
                <a:spcPct val="100000"/>
              </a:lnSpc>
              <a:spcBef>
                <a:spcPts val="1417"/>
              </a:spcBef>
              <a:buClr>
                <a:srgbClr val="000000"/>
              </a:buClr>
              <a:buSzPct val="45000"/>
              <a:buFont typeface="Wingdings" charset="2"/>
              <a:buChar char=""/>
            </a:pPr>
            <a:r>
              <a:rPr lang="en-US" sz="4400" b="0" u="none" strike="noStrike">
                <a:solidFill>
                  <a:srgbClr val="000000"/>
                </a:solidFill>
                <a:effectLst/>
                <a:uFillTx/>
                <a:latin typeface="Arial"/>
              </a:rPr>
              <a:t>Click to edit the outline text format</a:t>
            </a:r>
            <a:endParaRPr lang="en-US" sz="4400" b="0" u="none" strike="noStrike">
              <a:solidFill>
                <a:srgbClr val="000000"/>
              </a:solidFill>
              <a:effectLst/>
              <a:uFillTx/>
              <a:latin typeface="Arial"/>
            </a:endParaRPr>
          </a:p>
          <a:p>
            <a:pPr marL="914400" lvl="1" indent="-482760" algn="l">
              <a:lnSpc>
                <a:spcPct val="100000"/>
              </a:lnSpc>
              <a:spcBef>
                <a:spcPts val="1134"/>
              </a:spcBef>
              <a:buClr>
                <a:srgbClr val="000000"/>
              </a:buClr>
              <a:buSzPct val="75000"/>
              <a:buFont typeface="Symbol" charset="2"/>
              <a:buChar char=""/>
            </a:pPr>
            <a:r>
              <a:rPr lang="en-US" sz="4400" b="0" u="none" strike="noStrike">
                <a:solidFill>
                  <a:srgbClr val="000000"/>
                </a:solidFill>
                <a:effectLst/>
                <a:uFillTx/>
                <a:latin typeface="Arial"/>
              </a:rPr>
              <a:t>Second Outline Level</a:t>
            </a:r>
            <a:endParaRPr lang="en-US" sz="4400" b="0" u="none" strike="noStrike">
              <a:solidFill>
                <a:srgbClr val="000000"/>
              </a:solidFill>
              <a:effectLst/>
              <a:uFillTx/>
              <a:latin typeface="Arial"/>
            </a:endParaRPr>
          </a:p>
          <a:p>
            <a:pPr marL="1371600" lvl="2" indent="-457200" algn="l">
              <a:lnSpc>
                <a:spcPct val="100000"/>
              </a:lnSpc>
              <a:spcBef>
                <a:spcPts val="850"/>
              </a:spcBef>
              <a:buClr>
                <a:srgbClr val="000000"/>
              </a:buClr>
              <a:buSzPct val="45000"/>
              <a:buFont typeface="Wingdings" charset="2"/>
              <a:buChar char=""/>
            </a:pPr>
            <a:r>
              <a:rPr lang="en-US" sz="4400" b="0" u="none" strike="noStrike">
                <a:solidFill>
                  <a:srgbClr val="000000"/>
                </a:solidFill>
                <a:effectLst/>
                <a:uFillTx/>
                <a:latin typeface="Arial"/>
              </a:rPr>
              <a:t>Third Outline Level</a:t>
            </a:r>
            <a:endParaRPr lang="en-US" sz="4400" b="0" u="none" strike="noStrike">
              <a:solidFill>
                <a:srgbClr val="000000"/>
              </a:solidFill>
              <a:effectLst/>
              <a:uFillTx/>
              <a:latin typeface="Arial"/>
            </a:endParaRPr>
          </a:p>
          <a:p>
            <a:pPr marL="1828800" lvl="3" indent="-431640" algn="l">
              <a:lnSpc>
                <a:spcPct val="100000"/>
              </a:lnSpc>
              <a:spcBef>
                <a:spcPts val="567"/>
              </a:spcBef>
              <a:buClr>
                <a:srgbClr val="000000"/>
              </a:buClr>
              <a:buSzPct val="75000"/>
              <a:buFont typeface="Symbol" charset="2"/>
              <a:buChar char=""/>
            </a:pPr>
            <a:r>
              <a:rPr lang="en-US" sz="4400" b="0" u="none" strike="noStrike">
                <a:solidFill>
                  <a:srgbClr val="000000"/>
                </a:solidFill>
                <a:effectLst/>
                <a:uFillTx/>
                <a:latin typeface="Arial"/>
              </a:rPr>
              <a:t>Fourth Outline Level</a:t>
            </a:r>
            <a:endParaRPr lang="en-US" sz="4400" b="0" u="none" strike="noStrike">
              <a:solidFill>
                <a:srgbClr val="000000"/>
              </a:solidFill>
              <a:effectLst/>
              <a:uFillTx/>
              <a:latin typeface="Arial"/>
            </a:endParaRPr>
          </a:p>
          <a:p>
            <a:pPr marL="2286000" lvl="4" indent="-40644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Fifth Outline Level</a:t>
            </a:r>
            <a:endParaRPr lang="en-US" sz="44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Sixth Outline Level</a:t>
            </a:r>
            <a:endParaRPr lang="en-US" sz="44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Seventh Outline Level</a:t>
            </a:r>
            <a:endParaRPr lang="en-US" sz="4400" b="0" u="none" strike="noStrike">
              <a:solidFill>
                <a:srgbClr val="000000"/>
              </a:solidFill>
              <a:effectLst/>
              <a:uFillTx/>
              <a:latin typeface="Arial"/>
            </a:endParaRPr>
          </a:p>
        </p:txBody>
      </p:sp>
      <p:sp>
        <p:nvSpPr>
          <p:cNvPr id="75" name="PlaceHolder 4"/>
          <p:cNvSpPr>
            <a:spLocks noGrp="1"/>
          </p:cNvSpPr>
          <p:nvPr>
            <p:ph type="body"/>
          </p:nvPr>
        </p:nvSpPr>
        <p:spPr>
          <a:xfrm>
            <a:off x="18845640" y="4846320"/>
            <a:ext cx="15214320" cy="136504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4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4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4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7pPr>
          </a:lstStyle>
          <a:p>
            <a:pPr marL="457200" indent="-507960" algn="l">
              <a:lnSpc>
                <a:spcPct val="100000"/>
              </a:lnSpc>
              <a:spcBef>
                <a:spcPts val="1417"/>
              </a:spcBef>
              <a:buClr>
                <a:srgbClr val="000000"/>
              </a:buClr>
              <a:buSzPct val="45000"/>
              <a:buFont typeface="Wingdings" charset="2"/>
              <a:buChar char=""/>
            </a:pPr>
            <a:r>
              <a:rPr lang="en-US" sz="4400" b="0" u="none" strike="noStrike">
                <a:solidFill>
                  <a:srgbClr val="000000"/>
                </a:solidFill>
                <a:effectLst/>
                <a:uFillTx/>
                <a:latin typeface="Arial"/>
              </a:rPr>
              <a:t>Click to edit the outline text format</a:t>
            </a:r>
            <a:endParaRPr lang="en-US" sz="4400" b="0" u="none" strike="noStrike">
              <a:solidFill>
                <a:srgbClr val="000000"/>
              </a:solidFill>
              <a:effectLst/>
              <a:uFillTx/>
              <a:latin typeface="Arial"/>
            </a:endParaRPr>
          </a:p>
          <a:p>
            <a:pPr marL="914400" lvl="1" indent="-482760" algn="l">
              <a:lnSpc>
                <a:spcPct val="100000"/>
              </a:lnSpc>
              <a:spcBef>
                <a:spcPts val="1134"/>
              </a:spcBef>
              <a:buClr>
                <a:srgbClr val="000000"/>
              </a:buClr>
              <a:buSzPct val="75000"/>
              <a:buFont typeface="Symbol" charset="2"/>
              <a:buChar char=""/>
            </a:pPr>
            <a:r>
              <a:rPr lang="en-US" sz="4400" b="0" u="none" strike="noStrike">
                <a:solidFill>
                  <a:srgbClr val="000000"/>
                </a:solidFill>
                <a:effectLst/>
                <a:uFillTx/>
                <a:latin typeface="Arial"/>
              </a:rPr>
              <a:t>Second Outline Level</a:t>
            </a:r>
            <a:endParaRPr lang="en-US" sz="4400" b="0" u="none" strike="noStrike">
              <a:solidFill>
                <a:srgbClr val="000000"/>
              </a:solidFill>
              <a:effectLst/>
              <a:uFillTx/>
              <a:latin typeface="Arial"/>
            </a:endParaRPr>
          </a:p>
          <a:p>
            <a:pPr marL="1371600" lvl="2" indent="-457200" algn="l">
              <a:lnSpc>
                <a:spcPct val="100000"/>
              </a:lnSpc>
              <a:spcBef>
                <a:spcPts val="850"/>
              </a:spcBef>
              <a:buClr>
                <a:srgbClr val="000000"/>
              </a:buClr>
              <a:buSzPct val="45000"/>
              <a:buFont typeface="Wingdings" charset="2"/>
              <a:buChar char=""/>
            </a:pPr>
            <a:r>
              <a:rPr lang="en-US" sz="4400" b="0" u="none" strike="noStrike">
                <a:solidFill>
                  <a:srgbClr val="000000"/>
                </a:solidFill>
                <a:effectLst/>
                <a:uFillTx/>
                <a:latin typeface="Arial"/>
              </a:rPr>
              <a:t>Third Outline Level</a:t>
            </a:r>
            <a:endParaRPr lang="en-US" sz="4400" b="0" u="none" strike="noStrike">
              <a:solidFill>
                <a:srgbClr val="000000"/>
              </a:solidFill>
              <a:effectLst/>
              <a:uFillTx/>
              <a:latin typeface="Arial"/>
            </a:endParaRPr>
          </a:p>
          <a:p>
            <a:pPr marL="1828800" lvl="3" indent="-431640" algn="l">
              <a:lnSpc>
                <a:spcPct val="100000"/>
              </a:lnSpc>
              <a:spcBef>
                <a:spcPts val="567"/>
              </a:spcBef>
              <a:buClr>
                <a:srgbClr val="000000"/>
              </a:buClr>
              <a:buSzPct val="75000"/>
              <a:buFont typeface="Symbol" charset="2"/>
              <a:buChar char=""/>
            </a:pPr>
            <a:r>
              <a:rPr lang="en-US" sz="4400" b="0" u="none" strike="noStrike">
                <a:solidFill>
                  <a:srgbClr val="000000"/>
                </a:solidFill>
                <a:effectLst/>
                <a:uFillTx/>
                <a:latin typeface="Arial"/>
              </a:rPr>
              <a:t>Fourth Outline Level</a:t>
            </a:r>
            <a:endParaRPr lang="en-US" sz="4400" b="0" u="none" strike="noStrike">
              <a:solidFill>
                <a:srgbClr val="000000"/>
              </a:solidFill>
              <a:effectLst/>
              <a:uFillTx/>
              <a:latin typeface="Arial"/>
            </a:endParaRPr>
          </a:p>
          <a:p>
            <a:pPr marL="2286000" lvl="4" indent="-40644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Fifth Outline Level</a:t>
            </a:r>
            <a:endParaRPr lang="en-US" sz="44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Sixth Outline Level</a:t>
            </a:r>
            <a:endParaRPr lang="en-US" sz="44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Seventh Outline Level</a:t>
            </a:r>
            <a:endParaRPr lang="en-US" sz="4400" b="0" u="none" strike="noStrike">
              <a:solidFill>
                <a:srgbClr val="000000"/>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lex_Timeline">
    <p:bg>
      <p:bgPr>
        <a:solidFill>
          <a:schemeClr val="dk1"/>
        </a:solidFill>
      </p:bgPr>
    </p:bg>
    <p:spTree>
      <p:nvGrpSpPr>
        <p:cNvPr id="1" name=""/>
        <p:cNvGrpSpPr/>
        <p:nvPr/>
      </p:nvGrpSpPr>
      <p:grpSpPr>
        <a:xfrm>
          <a:off x="0" y="0"/>
          <a:ext cx="0" cy="0"/>
          <a:chOff x="0" y="0"/>
          <a:chExt cx="0" cy="0"/>
        </a:xfrm>
      </p:grpSpPr>
      <p:grpSp>
        <p:nvGrpSpPr>
          <p:cNvPr id="76" name="Google Shape;10;p1"/>
          <p:cNvGrpSpPr/>
          <p:nvPr/>
        </p:nvGrpSpPr>
        <p:grpSpPr>
          <a:xfrm>
            <a:off x="34061400" y="19504440"/>
            <a:ext cx="2513160" cy="1071360"/>
            <a:chOff x="34061400" y="19504440"/>
            <a:chExt cx="2513160" cy="1071360"/>
          </a:xfrm>
        </p:grpSpPr>
        <p:sp>
          <p:nvSpPr>
            <p:cNvPr id="77"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78"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pic>
        <p:nvPicPr>
          <p:cNvPr id="79" name="Google Shape;346;p36" descr="A green and white background&#10;&#10;Description automatically generated"/>
          <p:cNvPicPr/>
          <p:nvPr/>
        </p:nvPicPr>
        <p:blipFill>
          <a:blip r:embed="rId3"/>
          <a:stretch/>
        </p:blipFill>
        <p:spPr>
          <a:xfrm>
            <a:off x="0" y="0"/>
            <a:ext cx="36574560" cy="20572560"/>
          </a:xfrm>
          <a:prstGeom prst="rect">
            <a:avLst/>
          </a:prstGeom>
          <a:noFill/>
          <a:ln w="0">
            <a:noFill/>
          </a:ln>
        </p:spPr>
      </p:pic>
      <p:sp>
        <p:nvSpPr>
          <p:cNvPr id="80" name="Google Shape;347;p36"/>
          <p:cNvSpPr/>
          <p:nvPr/>
        </p:nvSpPr>
        <p:spPr>
          <a:xfrm>
            <a:off x="0" y="6963840"/>
            <a:ext cx="36574560" cy="13608720"/>
          </a:xfrm>
          <a:prstGeom prst="rect">
            <a:avLst/>
          </a:prstGeom>
          <a:gradFill rotWithShape="0">
            <a:gsLst>
              <a:gs pos="0">
                <a:srgbClr val="FFFFFF"/>
              </a:gs>
              <a:gs pos="78000">
                <a:srgbClr val="FFFFFF">
                  <a:alpha val="55000"/>
                </a:srgbClr>
              </a:gs>
              <a:gs pos="100000">
                <a:srgbClr val="FFFFFF">
                  <a:alpha val="0"/>
                </a:srgbClr>
              </a:gs>
            </a:gsLst>
            <a:lin ang="5400000"/>
          </a:gradFill>
          <a:ln w="0">
            <a:noFill/>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81" name="PlaceHolder 1"/>
          <p:cNvSpPr>
            <a:spLocks noGrp="1"/>
          </p:cNvSpPr>
          <p:nvPr>
            <p:ph type="title"/>
          </p:nvPr>
        </p:nvSpPr>
        <p:spPr>
          <a:xfrm>
            <a:off x="2514600" y="0"/>
            <a:ext cx="31545360" cy="251316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7200" b="0" u="none" strike="noStrike">
                <a:solidFill>
                  <a:srgbClr val="000000"/>
                </a:solidFill>
                <a:effectLst/>
                <a:uFillTx/>
                <a:latin typeface="Arial"/>
              </a:defRPr>
            </a:lvl1pPr>
          </a:lstStyle>
          <a:p>
            <a:pPr indent="0" algn="l">
              <a:lnSpc>
                <a:spcPct val="100000"/>
              </a:lnSpc>
              <a:buNone/>
              <a:tabLst>
                <a:tab pos="0" algn="l"/>
              </a:tabLst>
            </a:pPr>
            <a:r>
              <a:rPr lang="en-US" sz="7200" b="0" u="none" strike="noStrike">
                <a:solidFill>
                  <a:srgbClr val="000000"/>
                </a:solidFill>
                <a:effectLst/>
                <a:uFillTx/>
                <a:latin typeface="Arial"/>
              </a:rPr>
              <a:t>Click to edit the title text format</a:t>
            </a:r>
            <a:endParaRPr lang="en-US" sz="7200" b="0" u="none" strike="noStrike">
              <a:solidFill>
                <a:srgbClr val="000000"/>
              </a:solidFill>
              <a:effectLst/>
              <a:uFillTx/>
              <a:latin typeface="Arial"/>
            </a:endParaRPr>
          </a:p>
        </p:txBody>
      </p:sp>
      <p:sp>
        <p:nvSpPr>
          <p:cNvPr id="82" name="PlaceHolder 2"/>
          <p:cNvSpPr>
            <a:spLocks noGrp="1"/>
          </p:cNvSpPr>
          <p:nvPr>
            <p:ph type="body"/>
          </p:nvPr>
        </p:nvSpPr>
        <p:spPr>
          <a:xfrm>
            <a:off x="2514600" y="2487240"/>
            <a:ext cx="31545360" cy="14068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800" b="0" u="none" strike="noStrike">
                <a:solidFill>
                  <a:srgbClr val="000000"/>
                </a:solidFill>
                <a:effectLst/>
                <a:uFillTx/>
                <a:latin typeface="Arial"/>
              </a:rPr>
              <a:t>Click to edit the outline text format</a:t>
            </a:r>
            <a:endParaRPr lang="en-US" sz="4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800" b="0" u="none" strike="noStrike">
                <a:solidFill>
                  <a:srgbClr val="000000"/>
                </a:solidFill>
                <a:effectLst/>
                <a:uFillTx/>
                <a:latin typeface="Arial"/>
              </a:rPr>
              <a:t>Second Outline Level</a:t>
            </a:r>
            <a:endParaRPr lang="en-US" sz="4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800" b="0" u="none" strike="noStrike">
                <a:solidFill>
                  <a:srgbClr val="000000"/>
                </a:solidFill>
                <a:effectLst/>
                <a:uFillTx/>
                <a:latin typeface="Arial"/>
              </a:rPr>
              <a:t>Third Outline Level</a:t>
            </a:r>
            <a:endParaRPr lang="en-US" sz="4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800" b="0" u="none" strike="noStrike">
                <a:solidFill>
                  <a:srgbClr val="000000"/>
                </a:solidFill>
                <a:effectLst/>
                <a:uFillTx/>
                <a:latin typeface="Arial"/>
              </a:rPr>
              <a:t>Fourth Outline Level</a:t>
            </a:r>
            <a:endParaRPr lang="en-US" sz="4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Fifth Outline Level</a:t>
            </a:r>
            <a:endParaRPr lang="en-US" sz="4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Sixth Outline Level</a:t>
            </a:r>
            <a:endParaRPr lang="en-US" sz="4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Seventh Outline Level</a:t>
            </a:r>
            <a:endParaRPr lang="en-US" sz="4800" b="0" u="none" strike="noStrike">
              <a:solidFill>
                <a:srgbClr val="000000"/>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meline w/ Images Layout">
    <p:bg>
      <p:bgPr>
        <a:solidFill>
          <a:schemeClr val="dk1"/>
        </a:solidFill>
      </p:bgPr>
    </p:bg>
    <p:spTree>
      <p:nvGrpSpPr>
        <p:cNvPr id="1" name=""/>
        <p:cNvGrpSpPr/>
        <p:nvPr/>
      </p:nvGrpSpPr>
      <p:grpSpPr>
        <a:xfrm>
          <a:off x="0" y="0"/>
          <a:ext cx="0" cy="0"/>
          <a:chOff x="0" y="0"/>
          <a:chExt cx="0" cy="0"/>
        </a:xfrm>
      </p:grpSpPr>
      <p:grpSp>
        <p:nvGrpSpPr>
          <p:cNvPr id="83" name="Google Shape;10;p1"/>
          <p:cNvGrpSpPr/>
          <p:nvPr/>
        </p:nvGrpSpPr>
        <p:grpSpPr>
          <a:xfrm>
            <a:off x="34061400" y="19504440"/>
            <a:ext cx="2513160" cy="1071360"/>
            <a:chOff x="34061400" y="19504440"/>
            <a:chExt cx="2513160" cy="1071360"/>
          </a:xfrm>
        </p:grpSpPr>
        <p:sp>
          <p:nvSpPr>
            <p:cNvPr id="84"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85"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pic>
        <p:nvPicPr>
          <p:cNvPr id="86" name="Google Shape;351;p37" descr="A green and white background&#10;&#10;Description automatically generated"/>
          <p:cNvPicPr/>
          <p:nvPr/>
        </p:nvPicPr>
        <p:blipFill>
          <a:blip r:embed="rId3"/>
          <a:stretch/>
        </p:blipFill>
        <p:spPr>
          <a:xfrm>
            <a:off x="0" y="0"/>
            <a:ext cx="36574560" cy="20572560"/>
          </a:xfrm>
          <a:prstGeom prst="rect">
            <a:avLst/>
          </a:prstGeom>
          <a:noFill/>
          <a:ln w="0">
            <a:noFill/>
          </a:ln>
        </p:spPr>
      </p:pic>
      <p:sp>
        <p:nvSpPr>
          <p:cNvPr id="87" name="Google Shape;352;p37"/>
          <p:cNvSpPr/>
          <p:nvPr/>
        </p:nvSpPr>
        <p:spPr>
          <a:xfrm>
            <a:off x="0" y="6963840"/>
            <a:ext cx="36574560" cy="13608720"/>
          </a:xfrm>
          <a:prstGeom prst="rect">
            <a:avLst/>
          </a:prstGeom>
          <a:gradFill rotWithShape="0">
            <a:gsLst>
              <a:gs pos="0">
                <a:srgbClr val="FFFFFF"/>
              </a:gs>
              <a:gs pos="78000">
                <a:srgbClr val="FFFFFF">
                  <a:alpha val="55000"/>
                </a:srgbClr>
              </a:gs>
              <a:gs pos="100000">
                <a:srgbClr val="FFFFFF">
                  <a:alpha val="0"/>
                </a:srgbClr>
              </a:gs>
            </a:gsLst>
            <a:lin ang="5400000"/>
          </a:gradFill>
          <a:ln w="0">
            <a:noFill/>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88" name="PlaceHolder 1"/>
          <p:cNvSpPr>
            <a:spLocks noGrp="1"/>
          </p:cNvSpPr>
          <p:nvPr>
            <p:ph type="title"/>
          </p:nvPr>
        </p:nvSpPr>
        <p:spPr>
          <a:xfrm>
            <a:off x="2514600" y="0"/>
            <a:ext cx="31545360" cy="251316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7200" b="0" u="none" strike="noStrike">
                <a:solidFill>
                  <a:srgbClr val="000000"/>
                </a:solidFill>
                <a:effectLst/>
                <a:uFillTx/>
                <a:latin typeface="Arial"/>
              </a:defRPr>
            </a:lvl1pPr>
          </a:lstStyle>
          <a:p>
            <a:pPr indent="0" algn="l">
              <a:lnSpc>
                <a:spcPct val="100000"/>
              </a:lnSpc>
              <a:buNone/>
              <a:tabLst>
                <a:tab pos="0" algn="l"/>
              </a:tabLst>
            </a:pPr>
            <a:r>
              <a:rPr lang="en-US" sz="7200" b="0" u="none" strike="noStrike">
                <a:solidFill>
                  <a:srgbClr val="000000"/>
                </a:solidFill>
                <a:effectLst/>
                <a:uFillTx/>
                <a:latin typeface="Arial"/>
              </a:rPr>
              <a:t>Click to edit the title text format</a:t>
            </a:r>
            <a:endParaRPr lang="en-US" sz="7200" b="0" u="none" strike="noStrike">
              <a:solidFill>
                <a:srgbClr val="000000"/>
              </a:solidFill>
              <a:effectLst/>
              <a:uFillTx/>
              <a:latin typeface="Arial"/>
            </a:endParaRPr>
          </a:p>
        </p:txBody>
      </p:sp>
      <p:sp>
        <p:nvSpPr>
          <p:cNvPr id="89" name="PlaceHolder 2"/>
          <p:cNvSpPr>
            <a:spLocks noGrp="1"/>
          </p:cNvSpPr>
          <p:nvPr>
            <p:ph type="body"/>
          </p:nvPr>
        </p:nvSpPr>
        <p:spPr>
          <a:xfrm>
            <a:off x="2514600" y="2487240"/>
            <a:ext cx="31545360" cy="14068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800" b="0" u="none" strike="noStrike">
                <a:solidFill>
                  <a:srgbClr val="000000"/>
                </a:solidFill>
                <a:effectLst/>
                <a:uFillTx/>
                <a:latin typeface="Arial"/>
              </a:rPr>
              <a:t>Click to edit the outline text format</a:t>
            </a:r>
            <a:endParaRPr lang="en-US" sz="4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800" b="0" u="none" strike="noStrike">
                <a:solidFill>
                  <a:srgbClr val="000000"/>
                </a:solidFill>
                <a:effectLst/>
                <a:uFillTx/>
                <a:latin typeface="Arial"/>
              </a:rPr>
              <a:t>Second Outline Level</a:t>
            </a:r>
            <a:endParaRPr lang="en-US" sz="4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800" b="0" u="none" strike="noStrike">
                <a:solidFill>
                  <a:srgbClr val="000000"/>
                </a:solidFill>
                <a:effectLst/>
                <a:uFillTx/>
                <a:latin typeface="Arial"/>
              </a:rPr>
              <a:t>Third Outline Level</a:t>
            </a:r>
            <a:endParaRPr lang="en-US" sz="4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800" b="0" u="none" strike="noStrike">
                <a:solidFill>
                  <a:srgbClr val="000000"/>
                </a:solidFill>
                <a:effectLst/>
                <a:uFillTx/>
                <a:latin typeface="Arial"/>
              </a:rPr>
              <a:t>Fourth Outline Level</a:t>
            </a:r>
            <a:endParaRPr lang="en-US" sz="4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Fifth Outline Level</a:t>
            </a:r>
            <a:endParaRPr lang="en-US" sz="4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Sixth Outline Level</a:t>
            </a:r>
            <a:endParaRPr lang="en-US" sz="4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Seventh Outline Level</a:t>
            </a:r>
            <a:endParaRPr lang="en-US" sz="4800" b="0" u="none" strike="noStrike">
              <a:solidFill>
                <a:srgbClr val="000000"/>
              </a:solidFill>
              <a:effectLst/>
              <a:uFillTx/>
              <a:latin typeface="Arial"/>
            </a:endParaRPr>
          </a:p>
        </p:txBody>
      </p:sp>
      <p:cxnSp>
        <p:nvCxnSpPr>
          <p:cNvPr id="90" name="Google Shape;355;p37"/>
          <p:cNvCxnSpPr/>
          <p:nvPr/>
        </p:nvCxnSpPr>
        <p:spPr>
          <a:xfrm>
            <a:off x="0" y="12516840"/>
            <a:ext cx="36577440" cy="1440"/>
          </a:xfrm>
          <a:prstGeom prst="straightConnector1">
            <a:avLst/>
          </a:prstGeom>
          <a:ln w="50800">
            <a:solidFill>
              <a:srgbClr val="76B900"/>
            </a:solidFill>
            <a:round/>
          </a:ln>
        </p:spPr>
      </p:cxnSp>
      <p:sp>
        <p:nvSpPr>
          <p:cNvPr id="91" name="PlaceHolder 3"/>
          <p:cNvSpPr>
            <a:spLocks noGrp="1"/>
          </p:cNvSpPr>
          <p:nvPr>
            <p:ph type="body"/>
          </p:nvPr>
        </p:nvSpPr>
        <p:spPr>
          <a:xfrm>
            <a:off x="1104840" y="8829000"/>
            <a:ext cx="6170760" cy="4208040"/>
          </a:xfrm>
          <a:prstGeom prst="rect">
            <a:avLst/>
          </a:prstGeom>
          <a:solidFill>
            <a:schemeClr val="lt2"/>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92" name="PlaceHolder 4"/>
          <p:cNvSpPr>
            <a:spLocks noGrp="1"/>
          </p:cNvSpPr>
          <p:nvPr>
            <p:ph type="body"/>
          </p:nvPr>
        </p:nvSpPr>
        <p:spPr>
          <a:xfrm>
            <a:off x="1104840" y="7235640"/>
            <a:ext cx="6170760" cy="79416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93" name="PlaceHolder 5"/>
          <p:cNvSpPr>
            <a:spLocks noGrp="1"/>
          </p:cNvSpPr>
          <p:nvPr>
            <p:ph type="body"/>
          </p:nvPr>
        </p:nvSpPr>
        <p:spPr>
          <a:xfrm>
            <a:off x="1104840" y="7947720"/>
            <a:ext cx="6170760" cy="67824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94" name="PlaceHolder 6"/>
          <p:cNvSpPr>
            <a:spLocks noGrp="1"/>
          </p:cNvSpPr>
          <p:nvPr>
            <p:ph type="body"/>
          </p:nvPr>
        </p:nvSpPr>
        <p:spPr>
          <a:xfrm>
            <a:off x="1104840" y="6492960"/>
            <a:ext cx="6170760" cy="79416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7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72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72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72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72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72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72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7200" b="0" u="none" strike="noStrike">
                <a:solidFill>
                  <a:srgbClr val="000000"/>
                </a:solidFill>
                <a:effectLst/>
                <a:uFillTx/>
                <a:latin typeface="Arial"/>
              </a:rPr>
              <a:t>Click to edit the outline text format</a:t>
            </a:r>
            <a:endParaRPr lang="en-US" sz="72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7200" b="0" u="none" strike="noStrike">
                <a:solidFill>
                  <a:srgbClr val="000000"/>
                </a:solidFill>
                <a:effectLst/>
                <a:uFillTx/>
                <a:latin typeface="Arial"/>
              </a:rPr>
              <a:t>Second Outline Level</a:t>
            </a:r>
            <a:endParaRPr lang="en-US" sz="72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7200" b="0" u="none" strike="noStrike">
                <a:solidFill>
                  <a:srgbClr val="000000"/>
                </a:solidFill>
                <a:effectLst/>
                <a:uFillTx/>
                <a:latin typeface="Arial"/>
              </a:rPr>
              <a:t>Third Outline Level</a:t>
            </a:r>
            <a:endParaRPr lang="en-US" sz="72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7200" b="0" u="none" strike="noStrike">
                <a:solidFill>
                  <a:srgbClr val="000000"/>
                </a:solidFill>
                <a:effectLst/>
                <a:uFillTx/>
                <a:latin typeface="Arial"/>
              </a:rPr>
              <a:t>Fourth Outline Level</a:t>
            </a:r>
            <a:endParaRPr lang="en-US" sz="72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7200" b="0" u="none" strike="noStrike">
                <a:solidFill>
                  <a:srgbClr val="000000"/>
                </a:solidFill>
                <a:effectLst/>
                <a:uFillTx/>
                <a:latin typeface="Arial"/>
              </a:rPr>
              <a:t>Fifth Outline Level</a:t>
            </a:r>
            <a:endParaRPr lang="en-US" sz="72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7200" b="0" u="none" strike="noStrike">
                <a:solidFill>
                  <a:srgbClr val="000000"/>
                </a:solidFill>
                <a:effectLst/>
                <a:uFillTx/>
                <a:latin typeface="Arial"/>
              </a:rPr>
              <a:t>Sixth Outline Level</a:t>
            </a:r>
            <a:endParaRPr lang="en-US" sz="72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7200" b="0" u="none" strike="noStrike">
                <a:solidFill>
                  <a:srgbClr val="000000"/>
                </a:solidFill>
                <a:effectLst/>
                <a:uFillTx/>
                <a:latin typeface="Arial"/>
              </a:rPr>
              <a:t>Seventh Outline Level</a:t>
            </a:r>
            <a:endParaRPr lang="en-US" sz="7200" b="0" u="none" strike="noStrike">
              <a:solidFill>
                <a:srgbClr val="000000"/>
              </a:solidFill>
              <a:effectLst/>
              <a:uFillTx/>
              <a:latin typeface="Arial"/>
            </a:endParaRPr>
          </a:p>
        </p:txBody>
      </p:sp>
      <p:sp>
        <p:nvSpPr>
          <p:cNvPr id="95" name="PlaceHolder 7"/>
          <p:cNvSpPr>
            <a:spLocks noGrp="1"/>
          </p:cNvSpPr>
          <p:nvPr>
            <p:ph type="body"/>
          </p:nvPr>
        </p:nvSpPr>
        <p:spPr>
          <a:xfrm>
            <a:off x="8153280" y="12016080"/>
            <a:ext cx="6170760" cy="4208040"/>
          </a:xfrm>
          <a:prstGeom prst="rect">
            <a:avLst/>
          </a:prstGeom>
          <a:solidFill>
            <a:schemeClr val="lt2"/>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96" name="PlaceHolder 8"/>
          <p:cNvSpPr>
            <a:spLocks noGrp="1"/>
          </p:cNvSpPr>
          <p:nvPr>
            <p:ph type="body"/>
          </p:nvPr>
        </p:nvSpPr>
        <p:spPr>
          <a:xfrm>
            <a:off x="8153280" y="10422720"/>
            <a:ext cx="6170760" cy="79416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97" name="PlaceHolder 9"/>
          <p:cNvSpPr>
            <a:spLocks noGrp="1"/>
          </p:cNvSpPr>
          <p:nvPr>
            <p:ph type="body"/>
          </p:nvPr>
        </p:nvSpPr>
        <p:spPr>
          <a:xfrm>
            <a:off x="8153280" y="11134800"/>
            <a:ext cx="6170760" cy="67824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98" name="PlaceHolder 10"/>
          <p:cNvSpPr>
            <a:spLocks noGrp="1"/>
          </p:cNvSpPr>
          <p:nvPr>
            <p:ph type="body"/>
          </p:nvPr>
        </p:nvSpPr>
        <p:spPr>
          <a:xfrm>
            <a:off x="8153280" y="9680040"/>
            <a:ext cx="6170760" cy="79416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7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72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72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72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72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72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72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7200" b="0" u="none" strike="noStrike">
                <a:solidFill>
                  <a:srgbClr val="000000"/>
                </a:solidFill>
                <a:effectLst/>
                <a:uFillTx/>
                <a:latin typeface="Arial"/>
              </a:rPr>
              <a:t>Click to edit the outline text format</a:t>
            </a:r>
            <a:endParaRPr lang="en-US" sz="72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7200" b="0" u="none" strike="noStrike">
                <a:solidFill>
                  <a:srgbClr val="000000"/>
                </a:solidFill>
                <a:effectLst/>
                <a:uFillTx/>
                <a:latin typeface="Arial"/>
              </a:rPr>
              <a:t>Second Outline Level</a:t>
            </a:r>
            <a:endParaRPr lang="en-US" sz="72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7200" b="0" u="none" strike="noStrike">
                <a:solidFill>
                  <a:srgbClr val="000000"/>
                </a:solidFill>
                <a:effectLst/>
                <a:uFillTx/>
                <a:latin typeface="Arial"/>
              </a:rPr>
              <a:t>Third Outline Level</a:t>
            </a:r>
            <a:endParaRPr lang="en-US" sz="72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7200" b="0" u="none" strike="noStrike">
                <a:solidFill>
                  <a:srgbClr val="000000"/>
                </a:solidFill>
                <a:effectLst/>
                <a:uFillTx/>
                <a:latin typeface="Arial"/>
              </a:rPr>
              <a:t>Fourth Outline Level</a:t>
            </a:r>
            <a:endParaRPr lang="en-US" sz="72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7200" b="0" u="none" strike="noStrike">
                <a:solidFill>
                  <a:srgbClr val="000000"/>
                </a:solidFill>
                <a:effectLst/>
                <a:uFillTx/>
                <a:latin typeface="Arial"/>
              </a:rPr>
              <a:t>Fifth Outline Level</a:t>
            </a:r>
            <a:endParaRPr lang="en-US" sz="72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7200" b="0" u="none" strike="noStrike">
                <a:solidFill>
                  <a:srgbClr val="000000"/>
                </a:solidFill>
                <a:effectLst/>
                <a:uFillTx/>
                <a:latin typeface="Arial"/>
              </a:rPr>
              <a:t>Sixth Outline Level</a:t>
            </a:r>
            <a:endParaRPr lang="en-US" sz="72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7200" b="0" u="none" strike="noStrike">
                <a:solidFill>
                  <a:srgbClr val="000000"/>
                </a:solidFill>
                <a:effectLst/>
                <a:uFillTx/>
                <a:latin typeface="Arial"/>
              </a:rPr>
              <a:t>Seventh Outline Level</a:t>
            </a:r>
            <a:endParaRPr lang="en-US" sz="7200" b="0" u="none" strike="noStrike">
              <a:solidFill>
                <a:srgbClr val="000000"/>
              </a:solidFill>
              <a:effectLst/>
              <a:uFillTx/>
              <a:latin typeface="Arial"/>
            </a:endParaRPr>
          </a:p>
        </p:txBody>
      </p:sp>
      <p:sp>
        <p:nvSpPr>
          <p:cNvPr id="99" name="PlaceHolder 11"/>
          <p:cNvSpPr>
            <a:spLocks noGrp="1"/>
          </p:cNvSpPr>
          <p:nvPr>
            <p:ph type="body"/>
          </p:nvPr>
        </p:nvSpPr>
        <p:spPr>
          <a:xfrm>
            <a:off x="15163920" y="8829000"/>
            <a:ext cx="6170760" cy="4208040"/>
          </a:xfrm>
          <a:prstGeom prst="rect">
            <a:avLst/>
          </a:prstGeom>
          <a:solidFill>
            <a:schemeClr val="lt2"/>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00" name="PlaceHolder 12"/>
          <p:cNvSpPr>
            <a:spLocks noGrp="1"/>
          </p:cNvSpPr>
          <p:nvPr>
            <p:ph type="body"/>
          </p:nvPr>
        </p:nvSpPr>
        <p:spPr>
          <a:xfrm>
            <a:off x="15163920" y="7235640"/>
            <a:ext cx="6170760" cy="79416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101" name="PlaceHolder 13"/>
          <p:cNvSpPr>
            <a:spLocks noGrp="1"/>
          </p:cNvSpPr>
          <p:nvPr>
            <p:ph type="body"/>
          </p:nvPr>
        </p:nvSpPr>
        <p:spPr>
          <a:xfrm>
            <a:off x="15163920" y="7947720"/>
            <a:ext cx="6170760" cy="67824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102" name="PlaceHolder 14"/>
          <p:cNvSpPr>
            <a:spLocks noGrp="1"/>
          </p:cNvSpPr>
          <p:nvPr>
            <p:ph type="body"/>
          </p:nvPr>
        </p:nvSpPr>
        <p:spPr>
          <a:xfrm>
            <a:off x="15163920" y="6492960"/>
            <a:ext cx="6170760" cy="79416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7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72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72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72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72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72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72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7200" b="0" u="none" strike="noStrike">
                <a:solidFill>
                  <a:srgbClr val="000000"/>
                </a:solidFill>
                <a:effectLst/>
                <a:uFillTx/>
                <a:latin typeface="Arial"/>
              </a:rPr>
              <a:t>Click to edit the outline text format</a:t>
            </a:r>
            <a:endParaRPr lang="en-US" sz="72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7200" b="0" u="none" strike="noStrike">
                <a:solidFill>
                  <a:srgbClr val="000000"/>
                </a:solidFill>
                <a:effectLst/>
                <a:uFillTx/>
                <a:latin typeface="Arial"/>
              </a:rPr>
              <a:t>Second Outline Level</a:t>
            </a:r>
            <a:endParaRPr lang="en-US" sz="72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7200" b="0" u="none" strike="noStrike">
                <a:solidFill>
                  <a:srgbClr val="000000"/>
                </a:solidFill>
                <a:effectLst/>
                <a:uFillTx/>
                <a:latin typeface="Arial"/>
              </a:rPr>
              <a:t>Third Outline Level</a:t>
            </a:r>
            <a:endParaRPr lang="en-US" sz="72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7200" b="0" u="none" strike="noStrike">
                <a:solidFill>
                  <a:srgbClr val="000000"/>
                </a:solidFill>
                <a:effectLst/>
                <a:uFillTx/>
                <a:latin typeface="Arial"/>
              </a:rPr>
              <a:t>Fourth Outline Level</a:t>
            </a:r>
            <a:endParaRPr lang="en-US" sz="72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7200" b="0" u="none" strike="noStrike">
                <a:solidFill>
                  <a:srgbClr val="000000"/>
                </a:solidFill>
                <a:effectLst/>
                <a:uFillTx/>
                <a:latin typeface="Arial"/>
              </a:rPr>
              <a:t>Fifth Outline Level</a:t>
            </a:r>
            <a:endParaRPr lang="en-US" sz="72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7200" b="0" u="none" strike="noStrike">
                <a:solidFill>
                  <a:srgbClr val="000000"/>
                </a:solidFill>
                <a:effectLst/>
                <a:uFillTx/>
                <a:latin typeface="Arial"/>
              </a:rPr>
              <a:t>Sixth Outline Level</a:t>
            </a:r>
            <a:endParaRPr lang="en-US" sz="72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7200" b="0" u="none" strike="noStrike">
                <a:solidFill>
                  <a:srgbClr val="000000"/>
                </a:solidFill>
                <a:effectLst/>
                <a:uFillTx/>
                <a:latin typeface="Arial"/>
              </a:rPr>
              <a:t>Seventh Outline Level</a:t>
            </a:r>
            <a:endParaRPr lang="en-US" sz="7200" b="0" u="none" strike="noStrike">
              <a:solidFill>
                <a:srgbClr val="000000"/>
              </a:solidFill>
              <a:effectLst/>
              <a:uFillTx/>
              <a:latin typeface="Arial"/>
            </a:endParaRPr>
          </a:p>
        </p:txBody>
      </p:sp>
      <p:sp>
        <p:nvSpPr>
          <p:cNvPr id="103" name="PlaceHolder 15"/>
          <p:cNvSpPr>
            <a:spLocks noGrp="1"/>
          </p:cNvSpPr>
          <p:nvPr>
            <p:ph type="body"/>
          </p:nvPr>
        </p:nvSpPr>
        <p:spPr>
          <a:xfrm>
            <a:off x="22212360" y="12016080"/>
            <a:ext cx="6170760" cy="4208040"/>
          </a:xfrm>
          <a:prstGeom prst="rect">
            <a:avLst/>
          </a:prstGeom>
          <a:solidFill>
            <a:schemeClr val="lt2"/>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04" name="PlaceHolder 16"/>
          <p:cNvSpPr>
            <a:spLocks noGrp="1"/>
          </p:cNvSpPr>
          <p:nvPr>
            <p:ph type="body"/>
          </p:nvPr>
        </p:nvSpPr>
        <p:spPr>
          <a:xfrm>
            <a:off x="22212360" y="10422720"/>
            <a:ext cx="6170760" cy="79416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105" name="PlaceHolder 17"/>
          <p:cNvSpPr>
            <a:spLocks noGrp="1"/>
          </p:cNvSpPr>
          <p:nvPr>
            <p:ph type="body"/>
          </p:nvPr>
        </p:nvSpPr>
        <p:spPr>
          <a:xfrm>
            <a:off x="22212360" y="11134800"/>
            <a:ext cx="6170760" cy="67824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106" name="PlaceHolder 18"/>
          <p:cNvSpPr>
            <a:spLocks noGrp="1"/>
          </p:cNvSpPr>
          <p:nvPr>
            <p:ph type="body"/>
          </p:nvPr>
        </p:nvSpPr>
        <p:spPr>
          <a:xfrm>
            <a:off x="22212360" y="9680040"/>
            <a:ext cx="6170760" cy="79416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7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72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72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72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72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72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72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7200" b="0" u="none" strike="noStrike">
                <a:solidFill>
                  <a:srgbClr val="000000"/>
                </a:solidFill>
                <a:effectLst/>
                <a:uFillTx/>
                <a:latin typeface="Arial"/>
              </a:rPr>
              <a:t>Click to edit the outline text format</a:t>
            </a:r>
            <a:endParaRPr lang="en-US" sz="72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7200" b="0" u="none" strike="noStrike">
                <a:solidFill>
                  <a:srgbClr val="000000"/>
                </a:solidFill>
                <a:effectLst/>
                <a:uFillTx/>
                <a:latin typeface="Arial"/>
              </a:rPr>
              <a:t>Second Outline Level</a:t>
            </a:r>
            <a:endParaRPr lang="en-US" sz="72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7200" b="0" u="none" strike="noStrike">
                <a:solidFill>
                  <a:srgbClr val="000000"/>
                </a:solidFill>
                <a:effectLst/>
                <a:uFillTx/>
                <a:latin typeface="Arial"/>
              </a:rPr>
              <a:t>Third Outline Level</a:t>
            </a:r>
            <a:endParaRPr lang="en-US" sz="72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7200" b="0" u="none" strike="noStrike">
                <a:solidFill>
                  <a:srgbClr val="000000"/>
                </a:solidFill>
                <a:effectLst/>
                <a:uFillTx/>
                <a:latin typeface="Arial"/>
              </a:rPr>
              <a:t>Fourth Outline Level</a:t>
            </a:r>
            <a:endParaRPr lang="en-US" sz="72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7200" b="0" u="none" strike="noStrike">
                <a:solidFill>
                  <a:srgbClr val="000000"/>
                </a:solidFill>
                <a:effectLst/>
                <a:uFillTx/>
                <a:latin typeface="Arial"/>
              </a:rPr>
              <a:t>Fifth Outline Level</a:t>
            </a:r>
            <a:endParaRPr lang="en-US" sz="72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7200" b="0" u="none" strike="noStrike">
                <a:solidFill>
                  <a:srgbClr val="000000"/>
                </a:solidFill>
                <a:effectLst/>
                <a:uFillTx/>
                <a:latin typeface="Arial"/>
              </a:rPr>
              <a:t>Sixth Outline Level</a:t>
            </a:r>
            <a:endParaRPr lang="en-US" sz="72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7200" b="0" u="none" strike="noStrike">
                <a:solidFill>
                  <a:srgbClr val="000000"/>
                </a:solidFill>
                <a:effectLst/>
                <a:uFillTx/>
                <a:latin typeface="Arial"/>
              </a:rPr>
              <a:t>Seventh Outline Level</a:t>
            </a:r>
            <a:endParaRPr lang="en-US" sz="7200" b="0" u="none" strike="noStrike">
              <a:solidFill>
                <a:srgbClr val="000000"/>
              </a:solidFill>
              <a:effectLst/>
              <a:uFillTx/>
              <a:latin typeface="Arial"/>
            </a:endParaRPr>
          </a:p>
        </p:txBody>
      </p:sp>
      <p:sp>
        <p:nvSpPr>
          <p:cNvPr id="107" name="PlaceHolder 19"/>
          <p:cNvSpPr>
            <a:spLocks noGrp="1"/>
          </p:cNvSpPr>
          <p:nvPr>
            <p:ph type="body"/>
          </p:nvPr>
        </p:nvSpPr>
        <p:spPr>
          <a:xfrm>
            <a:off x="29298960" y="8829000"/>
            <a:ext cx="6170760" cy="4208040"/>
          </a:xfrm>
          <a:prstGeom prst="rect">
            <a:avLst/>
          </a:prstGeom>
          <a:solidFill>
            <a:schemeClr val="lt2"/>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08" name="PlaceHolder 20"/>
          <p:cNvSpPr>
            <a:spLocks noGrp="1"/>
          </p:cNvSpPr>
          <p:nvPr>
            <p:ph type="body"/>
          </p:nvPr>
        </p:nvSpPr>
        <p:spPr>
          <a:xfrm>
            <a:off x="29298960" y="7235640"/>
            <a:ext cx="6170760" cy="79416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109" name="PlaceHolder 21"/>
          <p:cNvSpPr>
            <a:spLocks noGrp="1"/>
          </p:cNvSpPr>
          <p:nvPr>
            <p:ph type="body"/>
          </p:nvPr>
        </p:nvSpPr>
        <p:spPr>
          <a:xfrm>
            <a:off x="29298960" y="7947720"/>
            <a:ext cx="6170760" cy="67824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110" name="PlaceHolder 22"/>
          <p:cNvSpPr>
            <a:spLocks noGrp="1"/>
          </p:cNvSpPr>
          <p:nvPr>
            <p:ph type="body"/>
          </p:nvPr>
        </p:nvSpPr>
        <p:spPr>
          <a:xfrm>
            <a:off x="29298960" y="6492960"/>
            <a:ext cx="6170760" cy="79416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7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72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72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72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72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72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72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7200" b="0" u="none" strike="noStrike">
                <a:solidFill>
                  <a:srgbClr val="000000"/>
                </a:solidFill>
                <a:effectLst/>
                <a:uFillTx/>
                <a:latin typeface="Arial"/>
              </a:rPr>
              <a:t>Click to edit the outline text format</a:t>
            </a:r>
            <a:endParaRPr lang="en-US" sz="72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7200" b="0" u="none" strike="noStrike">
                <a:solidFill>
                  <a:srgbClr val="000000"/>
                </a:solidFill>
                <a:effectLst/>
                <a:uFillTx/>
                <a:latin typeface="Arial"/>
              </a:rPr>
              <a:t>Second Outline Level</a:t>
            </a:r>
            <a:endParaRPr lang="en-US" sz="72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7200" b="0" u="none" strike="noStrike">
                <a:solidFill>
                  <a:srgbClr val="000000"/>
                </a:solidFill>
                <a:effectLst/>
                <a:uFillTx/>
                <a:latin typeface="Arial"/>
              </a:rPr>
              <a:t>Third Outline Level</a:t>
            </a:r>
            <a:endParaRPr lang="en-US" sz="72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7200" b="0" u="none" strike="noStrike">
                <a:solidFill>
                  <a:srgbClr val="000000"/>
                </a:solidFill>
                <a:effectLst/>
                <a:uFillTx/>
                <a:latin typeface="Arial"/>
              </a:rPr>
              <a:t>Fourth Outline Level</a:t>
            </a:r>
            <a:endParaRPr lang="en-US" sz="72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7200" b="0" u="none" strike="noStrike">
                <a:solidFill>
                  <a:srgbClr val="000000"/>
                </a:solidFill>
                <a:effectLst/>
                <a:uFillTx/>
                <a:latin typeface="Arial"/>
              </a:rPr>
              <a:t>Fifth Outline Level</a:t>
            </a:r>
            <a:endParaRPr lang="en-US" sz="72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7200" b="0" u="none" strike="noStrike">
                <a:solidFill>
                  <a:srgbClr val="000000"/>
                </a:solidFill>
                <a:effectLst/>
                <a:uFillTx/>
                <a:latin typeface="Arial"/>
              </a:rPr>
              <a:t>Sixth Outline Level</a:t>
            </a:r>
            <a:endParaRPr lang="en-US" sz="72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7200" b="0" u="none" strike="noStrike">
                <a:solidFill>
                  <a:srgbClr val="000000"/>
                </a:solidFill>
                <a:effectLst/>
                <a:uFillTx/>
                <a:latin typeface="Arial"/>
              </a:rPr>
              <a:t>Seventh Outline Level</a:t>
            </a:r>
            <a:endParaRPr lang="en-US" sz="7200" b="0" u="none" strike="noStrike">
              <a:solidFill>
                <a:srgbClr val="000000"/>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 LONG Layout">
    <p:bg>
      <p:bgPr>
        <a:solidFill>
          <a:schemeClr val="dk1"/>
        </a:solidFill>
      </p:bgPr>
    </p:bg>
    <p:spTree>
      <p:nvGrpSpPr>
        <p:cNvPr id="1" name=""/>
        <p:cNvGrpSpPr/>
        <p:nvPr/>
      </p:nvGrpSpPr>
      <p:grpSpPr>
        <a:xfrm>
          <a:off x="0" y="0"/>
          <a:ext cx="0" cy="0"/>
          <a:chOff x="0" y="0"/>
          <a:chExt cx="0" cy="0"/>
        </a:xfrm>
      </p:grpSpPr>
      <p:grpSp>
        <p:nvGrpSpPr>
          <p:cNvPr id="111" name="Google Shape;10;p1"/>
          <p:cNvGrpSpPr/>
          <p:nvPr/>
        </p:nvGrpSpPr>
        <p:grpSpPr>
          <a:xfrm>
            <a:off x="34061400" y="19504440"/>
            <a:ext cx="2513160" cy="1071360"/>
            <a:chOff x="34061400" y="19504440"/>
            <a:chExt cx="2513160" cy="1071360"/>
          </a:xfrm>
        </p:grpSpPr>
        <p:sp>
          <p:nvSpPr>
            <p:cNvPr id="112"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113"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pic>
        <p:nvPicPr>
          <p:cNvPr id="114" name="Google Shape;377;p38" descr="A green and white background&#10;&#10;Description automatically generated"/>
          <p:cNvPicPr/>
          <p:nvPr/>
        </p:nvPicPr>
        <p:blipFill>
          <a:blip r:embed="rId3"/>
          <a:stretch/>
        </p:blipFill>
        <p:spPr>
          <a:xfrm>
            <a:off x="0" y="0"/>
            <a:ext cx="36574560" cy="20572560"/>
          </a:xfrm>
          <a:prstGeom prst="rect">
            <a:avLst/>
          </a:prstGeom>
          <a:noFill/>
          <a:ln w="0">
            <a:noFill/>
          </a:ln>
        </p:spPr>
      </p:pic>
      <p:sp>
        <p:nvSpPr>
          <p:cNvPr id="115" name="Google Shape;378;p38"/>
          <p:cNvSpPr/>
          <p:nvPr/>
        </p:nvSpPr>
        <p:spPr>
          <a:xfrm>
            <a:off x="0" y="4143600"/>
            <a:ext cx="36574560" cy="2150280"/>
          </a:xfrm>
          <a:prstGeom prst="rect">
            <a:avLst/>
          </a:prstGeom>
          <a:gradFill rotWithShape="0">
            <a:gsLst>
              <a:gs pos="0">
                <a:srgbClr val="FFFFFF">
                  <a:alpha val="0"/>
                </a:srgbClr>
              </a:gs>
              <a:gs pos="100000">
                <a:srgbClr val="FFFFFF"/>
              </a:gs>
            </a:gsLst>
            <a:lin ang="5400000"/>
          </a:gradFill>
          <a:ln w="0">
            <a:noFill/>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116" name="Google Shape;379;p38"/>
          <p:cNvSpPr/>
          <p:nvPr/>
        </p:nvSpPr>
        <p:spPr>
          <a:xfrm flipH="1" rot="10800000">
            <a:off x="0" y="15271560"/>
            <a:ext cx="36574560" cy="4216680"/>
          </a:xfrm>
          <a:prstGeom prst="rect">
            <a:avLst/>
          </a:prstGeom>
          <a:gradFill rotWithShape="0">
            <a:gsLst>
              <a:gs pos="0">
                <a:srgbClr val="FFFFFF">
                  <a:alpha val="0"/>
                </a:srgbClr>
              </a:gs>
              <a:gs pos="100000">
                <a:srgbClr val="FFFFFF"/>
              </a:gs>
            </a:gsLst>
            <a:lin ang="16200000"/>
          </a:gradFill>
          <a:ln w="0">
            <a:noFill/>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117" name="Google Shape;380;p38"/>
          <p:cNvSpPr/>
          <p:nvPr/>
        </p:nvSpPr>
        <p:spPr>
          <a:xfrm>
            <a:off x="0" y="1068120"/>
            <a:ext cx="36574560" cy="4216680"/>
          </a:xfrm>
          <a:prstGeom prst="rect">
            <a:avLst/>
          </a:prstGeom>
          <a:gradFill rotWithShape="0">
            <a:gsLst>
              <a:gs pos="0">
                <a:srgbClr val="FFFFFF">
                  <a:alpha val="0"/>
                </a:srgbClr>
              </a:gs>
              <a:gs pos="100000">
                <a:srgbClr val="FFFFFF"/>
              </a:gs>
            </a:gsLst>
            <a:lin ang="5400000"/>
          </a:gradFill>
          <a:ln w="0">
            <a:noFill/>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118" name="PlaceHolder 1"/>
          <p:cNvSpPr>
            <a:spLocks noGrp="1"/>
          </p:cNvSpPr>
          <p:nvPr>
            <p:ph type="body"/>
          </p:nvPr>
        </p:nvSpPr>
        <p:spPr>
          <a:xfrm>
            <a:off x="6158880" y="13434480"/>
            <a:ext cx="24257160" cy="104256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4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4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4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400" b="0" u="none" strike="noStrike">
                <a:solidFill>
                  <a:srgbClr val="000000"/>
                </a:solidFill>
                <a:effectLst/>
                <a:uFillTx/>
                <a:latin typeface="Arial"/>
              </a:rPr>
              <a:t>Click to edit the outline text format</a:t>
            </a:r>
            <a:endParaRPr lang="en-US" sz="44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400" b="0" u="none" strike="noStrike">
                <a:solidFill>
                  <a:srgbClr val="000000"/>
                </a:solidFill>
                <a:effectLst/>
                <a:uFillTx/>
                <a:latin typeface="Arial"/>
              </a:rPr>
              <a:t>Second Outline Level</a:t>
            </a:r>
            <a:endParaRPr lang="en-US" sz="44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400" b="0" u="none" strike="noStrike">
                <a:solidFill>
                  <a:srgbClr val="000000"/>
                </a:solidFill>
                <a:effectLst/>
                <a:uFillTx/>
                <a:latin typeface="Arial"/>
              </a:rPr>
              <a:t>Third Outline Level</a:t>
            </a:r>
            <a:endParaRPr lang="en-US" sz="44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400" b="0" u="none" strike="noStrike">
                <a:solidFill>
                  <a:srgbClr val="000000"/>
                </a:solidFill>
                <a:effectLst/>
                <a:uFillTx/>
                <a:latin typeface="Arial"/>
              </a:rPr>
              <a:t>Fourth Outline Level</a:t>
            </a:r>
            <a:endParaRPr lang="en-US" sz="4400" b="0" u="none" strike="noStrike">
              <a:solidFill>
                <a:srgbClr val="000000"/>
              </a:solidFill>
              <a:effectLst/>
              <a:uFillTx/>
              <a:latin typeface="Arial"/>
            </a:endParaRPr>
          </a:p>
          <a:p>
            <a:pPr marL="2286000" lvl="4"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Fifth Outline Level</a:t>
            </a:r>
            <a:endParaRPr lang="en-US" sz="44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Sixth Outline Level</a:t>
            </a:r>
            <a:endParaRPr lang="en-US" sz="44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Seventh Outline Level</a:t>
            </a:r>
            <a:endParaRPr lang="en-US" sz="4400" b="0" u="none" strike="noStrike">
              <a:solidFill>
                <a:srgbClr val="000000"/>
              </a:solidFill>
              <a:effectLst/>
              <a:uFillTx/>
              <a:latin typeface="Arial"/>
            </a:endParaRPr>
          </a:p>
        </p:txBody>
      </p:sp>
      <p:sp>
        <p:nvSpPr>
          <p:cNvPr id="119" name="PlaceHolder 2"/>
          <p:cNvSpPr>
            <a:spLocks noGrp="1"/>
          </p:cNvSpPr>
          <p:nvPr>
            <p:ph type="body"/>
          </p:nvPr>
        </p:nvSpPr>
        <p:spPr>
          <a:xfrm>
            <a:off x="6158880" y="5706360"/>
            <a:ext cx="24257160" cy="7305480"/>
          </a:xfrm>
          <a:prstGeom prst="rect">
            <a:avLst/>
          </a:prstGeom>
          <a:noFill/>
          <a:ln w="0">
            <a:noFill/>
          </a:ln>
        </p:spPr>
        <p:txBody>
          <a:bodyPr lIns="91440" tIns="45720" rIns="91440" bIns="45720" anchor="ctr">
            <a:noAutofit/>
          </a:bodyPr>
          <a:lstStyle>
            <a:lvl1pPr algn="l">
              <a:lnSpc>
                <a:spcPct val="100000"/>
              </a:lnSpc>
              <a:spcBef>
                <a:spcPts val="1417"/>
              </a:spcBef>
              <a:buClr>
                <a:srgbClr val="000000"/>
              </a:buClr>
              <a:buSzPct val="45000"/>
              <a:buFont typeface="Wingdings" charset="2"/>
              <a:buChar char=""/>
              <a:defRPr lang="en-US" sz="12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2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2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2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12000" b="0" u="none" strike="noStrike">
                <a:solidFill>
                  <a:srgbClr val="000000"/>
                </a:solidFill>
                <a:effectLst/>
                <a:uFillTx/>
                <a:latin typeface="Arial"/>
              </a:rPr>
              <a:t>Click to edit the outline text format</a:t>
            </a:r>
            <a:endParaRPr lang="en-US" sz="12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12000" b="0" u="none" strike="noStrike">
                <a:solidFill>
                  <a:srgbClr val="000000"/>
                </a:solidFill>
                <a:effectLst/>
                <a:uFillTx/>
                <a:latin typeface="Arial"/>
              </a:rPr>
              <a:t>Second Outline Level</a:t>
            </a:r>
            <a:endParaRPr lang="en-US" sz="12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12000" b="0" u="none" strike="noStrike">
                <a:solidFill>
                  <a:srgbClr val="000000"/>
                </a:solidFill>
                <a:effectLst/>
                <a:uFillTx/>
                <a:latin typeface="Arial"/>
              </a:rPr>
              <a:t>Third Outline Level</a:t>
            </a:r>
            <a:endParaRPr lang="en-US" sz="12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12000" b="0" u="none" strike="noStrike">
                <a:solidFill>
                  <a:srgbClr val="000000"/>
                </a:solidFill>
                <a:effectLst/>
                <a:uFillTx/>
                <a:latin typeface="Arial"/>
              </a:rPr>
              <a:t>Fourth Outline Level</a:t>
            </a:r>
            <a:endParaRPr lang="en-US" sz="12000" b="0" u="none" strike="noStrike">
              <a:solidFill>
                <a:srgbClr val="000000"/>
              </a:solidFill>
              <a:effectLst/>
              <a:uFillTx/>
              <a:latin typeface="Arial"/>
            </a:endParaRPr>
          </a:p>
          <a:p>
            <a:pPr marL="2286000" lvl="4" indent="-571680" algn="l">
              <a:lnSpc>
                <a:spcPct val="100000"/>
              </a:lnSpc>
              <a:spcBef>
                <a:spcPts val="283"/>
              </a:spcBef>
              <a:buClr>
                <a:srgbClr val="000000"/>
              </a:buClr>
              <a:buSzPct val="45000"/>
              <a:buFont typeface="Wingdings" charset="2"/>
              <a:buChar char=""/>
            </a:pPr>
            <a:r>
              <a:rPr lang="en-US" sz="12000" b="0" u="none" strike="noStrike">
                <a:solidFill>
                  <a:srgbClr val="000000"/>
                </a:solidFill>
                <a:effectLst/>
                <a:uFillTx/>
                <a:latin typeface="Arial"/>
              </a:rPr>
              <a:t>Fifth Outline Level</a:t>
            </a:r>
            <a:endParaRPr lang="en-US" sz="12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12000" b="0" u="none" strike="noStrike">
                <a:solidFill>
                  <a:srgbClr val="000000"/>
                </a:solidFill>
                <a:effectLst/>
                <a:uFillTx/>
                <a:latin typeface="Arial"/>
              </a:rPr>
              <a:t>Sixth Outline Level</a:t>
            </a:r>
            <a:endParaRPr lang="en-US" sz="12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12000" b="0" u="none" strike="noStrike">
                <a:solidFill>
                  <a:srgbClr val="000000"/>
                </a:solidFill>
                <a:effectLst/>
                <a:uFillTx/>
                <a:latin typeface="Arial"/>
              </a:rPr>
              <a:t>Seventh Outline Level</a:t>
            </a:r>
            <a:endParaRPr lang="en-US" sz="12000" b="0" u="none" strike="noStrike">
              <a:solidFill>
                <a:srgbClr val="000000"/>
              </a:solidFill>
              <a:effectLst/>
              <a:uFillTx/>
              <a:latin typeface="Arial"/>
            </a:endParaRPr>
          </a:p>
        </p:txBody>
      </p:sp>
      <p:sp>
        <p:nvSpPr>
          <p:cNvPr id="120" name="Google Shape;383;p38"/>
          <p:cNvSpPr/>
          <p:nvPr/>
        </p:nvSpPr>
        <p:spPr>
          <a:xfrm rot="10800000">
            <a:off x="17583480" y="12278160"/>
            <a:ext cx="1467360" cy="450756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tabLst>
                <a:tab pos="0" algn="l"/>
              </a:tabLst>
            </a:pPr>
            <a:r>
              <a:rPr lang="en-IN" sz="28700" b="0" u="none" strike="noStrike">
                <a:solidFill>
                  <a:schemeClr val="dk2"/>
                </a:solidFill>
                <a:effectLst/>
                <a:uFillTx/>
                <a:latin typeface="NVIDIA Sans Light"/>
                <a:ea typeface="NVIDIA Sans Light"/>
              </a:rPr>
              <a:t>“</a:t>
            </a:r>
            <a:endParaRPr lang="en-US" sz="28700" b="0" u="none" strike="noStrike">
              <a:solidFill>
                <a:srgbClr val="000000"/>
              </a:solidFill>
              <a:effectLst/>
              <a:uFillTx/>
              <a:latin typeface="Arial"/>
            </a:endParaRPr>
          </a:p>
        </p:txBody>
      </p:sp>
      <p:cxnSp>
        <p:nvCxnSpPr>
          <p:cNvPr id="121" name="Google Shape;384;p38"/>
          <p:cNvCxnSpPr/>
          <p:nvPr/>
        </p:nvCxnSpPr>
        <p:spPr>
          <a:xfrm>
            <a:off x="6158520" y="15523200"/>
            <a:ext cx="11396520" cy="1440"/>
          </a:xfrm>
          <a:prstGeom prst="straightConnector1">
            <a:avLst/>
          </a:prstGeom>
          <a:ln w="31750">
            <a:solidFill>
              <a:srgbClr val="588A00"/>
            </a:solidFill>
            <a:round/>
          </a:ln>
        </p:spPr>
      </p:cxnSp>
      <p:cxnSp>
        <p:nvCxnSpPr>
          <p:cNvPr id="122" name="Google Shape;385;p38"/>
          <p:cNvCxnSpPr/>
          <p:nvPr/>
        </p:nvCxnSpPr>
        <p:spPr>
          <a:xfrm>
            <a:off x="19022040" y="15523200"/>
            <a:ext cx="11396520" cy="1440"/>
          </a:xfrm>
          <a:prstGeom prst="straightConnector1">
            <a:avLst/>
          </a:prstGeom>
          <a:ln w="31750">
            <a:solidFill>
              <a:srgbClr val="588A00"/>
            </a:solidFill>
            <a:round/>
          </a:ln>
        </p:spPr>
      </p:cxnSp>
      <p:grpSp>
        <p:nvGrpSpPr>
          <p:cNvPr id="123" name="Google Shape;386;p38"/>
          <p:cNvGrpSpPr/>
          <p:nvPr/>
        </p:nvGrpSpPr>
        <p:grpSpPr>
          <a:xfrm>
            <a:off x="6158520" y="3796920"/>
            <a:ext cx="24259680" cy="4507560"/>
            <a:chOff x="6158520" y="3796920"/>
            <a:chExt cx="24259680" cy="4507560"/>
          </a:xfrm>
        </p:grpSpPr>
        <p:sp>
          <p:nvSpPr>
            <p:cNvPr id="124" name="Google Shape;387;p38"/>
            <p:cNvSpPr/>
            <p:nvPr/>
          </p:nvSpPr>
          <p:spPr>
            <a:xfrm>
              <a:off x="17553600" y="3796920"/>
              <a:ext cx="1467360" cy="450756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tabLst>
                  <a:tab pos="0" algn="l"/>
                </a:tabLst>
              </a:pPr>
              <a:r>
                <a:rPr lang="en-IN" sz="28700" b="0" u="none" strike="noStrike">
                  <a:solidFill>
                    <a:schemeClr val="dk2"/>
                  </a:solidFill>
                  <a:effectLst/>
                  <a:uFillTx/>
                  <a:latin typeface="NVIDIA Sans Light"/>
                  <a:ea typeface="NVIDIA Sans Light"/>
                </a:rPr>
                <a:t>“</a:t>
              </a:r>
              <a:endParaRPr lang="en-US" sz="28700" b="0" u="none" strike="noStrike">
                <a:solidFill>
                  <a:srgbClr val="000000"/>
                </a:solidFill>
                <a:effectLst/>
                <a:uFillTx/>
                <a:latin typeface="Arial"/>
              </a:endParaRPr>
            </a:p>
          </p:txBody>
        </p:sp>
        <p:cxnSp>
          <p:nvCxnSpPr>
            <p:cNvPr id="125" name="Google Shape;388;p38"/>
            <p:cNvCxnSpPr/>
            <p:nvPr/>
          </p:nvCxnSpPr>
          <p:spPr>
            <a:xfrm>
              <a:off x="6158520" y="5016960"/>
              <a:ext cx="11396520" cy="1440"/>
            </a:xfrm>
            <a:prstGeom prst="straightConnector1">
              <a:avLst/>
            </a:prstGeom>
            <a:ln w="31750">
              <a:solidFill>
                <a:srgbClr val="588A00"/>
              </a:solidFill>
              <a:round/>
            </a:ln>
          </p:spPr>
        </p:cxnSp>
        <p:cxnSp>
          <p:nvCxnSpPr>
            <p:cNvPr id="126" name="Google Shape;389;p38"/>
            <p:cNvCxnSpPr/>
            <p:nvPr/>
          </p:nvCxnSpPr>
          <p:spPr>
            <a:xfrm>
              <a:off x="19022040" y="5016960"/>
              <a:ext cx="11396520" cy="1440"/>
            </a:xfrm>
            <a:prstGeom prst="straightConnector1">
              <a:avLst/>
            </a:prstGeom>
            <a:ln w="31750">
              <a:solidFill>
                <a:srgbClr val="588A00"/>
              </a:solidFill>
              <a:round/>
            </a:ln>
          </p:spPr>
        </p:cxnSp>
      </p:gr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4-up Image">
    <p:bg>
      <p:bgPr>
        <a:solidFill>
          <a:schemeClr val="dk1"/>
        </a:solidFill>
      </p:bgPr>
    </p:bg>
    <p:spTree>
      <p:nvGrpSpPr>
        <p:cNvPr id="1" name=""/>
        <p:cNvGrpSpPr/>
        <p:nvPr/>
      </p:nvGrpSpPr>
      <p:grpSpPr>
        <a:xfrm>
          <a:off x="0" y="0"/>
          <a:ext cx="0" cy="0"/>
          <a:chOff x="0" y="0"/>
          <a:chExt cx="0" cy="0"/>
        </a:xfrm>
      </p:grpSpPr>
      <p:grpSp>
        <p:nvGrpSpPr>
          <p:cNvPr id="127" name="Google Shape;10;p1"/>
          <p:cNvGrpSpPr/>
          <p:nvPr/>
        </p:nvGrpSpPr>
        <p:grpSpPr>
          <a:xfrm>
            <a:off x="34061400" y="19504440"/>
            <a:ext cx="2513160" cy="1071360"/>
            <a:chOff x="34061400" y="19504440"/>
            <a:chExt cx="2513160" cy="1071360"/>
          </a:xfrm>
        </p:grpSpPr>
        <p:sp>
          <p:nvSpPr>
            <p:cNvPr id="128"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129"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sp>
        <p:nvSpPr>
          <p:cNvPr id="130" name="PlaceHolder 1"/>
          <p:cNvSpPr>
            <a:spLocks noGrp="1"/>
          </p:cNvSpPr>
          <p:nvPr>
            <p:ph type="title"/>
          </p:nvPr>
        </p:nvSpPr>
        <p:spPr>
          <a:xfrm>
            <a:off x="2514600" y="0"/>
            <a:ext cx="31545360" cy="251316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7200" b="0" u="none" strike="noStrike">
                <a:solidFill>
                  <a:srgbClr val="000000"/>
                </a:solidFill>
                <a:effectLst/>
                <a:uFillTx/>
                <a:latin typeface="Arial"/>
              </a:defRPr>
            </a:lvl1pPr>
          </a:lstStyle>
          <a:p>
            <a:pPr indent="0" algn="l">
              <a:lnSpc>
                <a:spcPct val="100000"/>
              </a:lnSpc>
              <a:buNone/>
              <a:tabLst>
                <a:tab pos="0" algn="l"/>
              </a:tabLst>
            </a:pPr>
            <a:r>
              <a:rPr lang="en-US" sz="7200" b="0" u="none" strike="noStrike">
                <a:solidFill>
                  <a:srgbClr val="000000"/>
                </a:solidFill>
                <a:effectLst/>
                <a:uFillTx/>
                <a:latin typeface="Arial"/>
              </a:rPr>
              <a:t>Click to edit the title text format</a:t>
            </a:r>
            <a:endParaRPr lang="en-US" sz="7200" b="0" u="none" strike="noStrike">
              <a:solidFill>
                <a:srgbClr val="000000"/>
              </a:solidFill>
              <a:effectLst/>
              <a:uFillTx/>
              <a:latin typeface="Arial"/>
            </a:endParaRPr>
          </a:p>
        </p:txBody>
      </p:sp>
      <p:sp>
        <p:nvSpPr>
          <p:cNvPr id="131" name="PlaceHolder 2"/>
          <p:cNvSpPr>
            <a:spLocks noGrp="1"/>
          </p:cNvSpPr>
          <p:nvPr>
            <p:ph type="body"/>
          </p:nvPr>
        </p:nvSpPr>
        <p:spPr>
          <a:xfrm>
            <a:off x="2514600" y="2487240"/>
            <a:ext cx="31545360" cy="14068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800" b="0" u="none" strike="noStrike">
                <a:solidFill>
                  <a:srgbClr val="000000"/>
                </a:solidFill>
                <a:effectLst/>
                <a:uFillTx/>
                <a:latin typeface="Arial"/>
              </a:rPr>
              <a:t>Click to edit the outline text format</a:t>
            </a:r>
            <a:endParaRPr lang="en-US" sz="4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800" b="0" u="none" strike="noStrike">
                <a:solidFill>
                  <a:srgbClr val="000000"/>
                </a:solidFill>
                <a:effectLst/>
                <a:uFillTx/>
                <a:latin typeface="Arial"/>
              </a:rPr>
              <a:t>Second Outline Level</a:t>
            </a:r>
            <a:endParaRPr lang="en-US" sz="4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800" b="0" u="none" strike="noStrike">
                <a:solidFill>
                  <a:srgbClr val="000000"/>
                </a:solidFill>
                <a:effectLst/>
                <a:uFillTx/>
                <a:latin typeface="Arial"/>
              </a:rPr>
              <a:t>Third Outline Level</a:t>
            </a:r>
            <a:endParaRPr lang="en-US" sz="4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800" b="0" u="none" strike="noStrike">
                <a:solidFill>
                  <a:srgbClr val="000000"/>
                </a:solidFill>
                <a:effectLst/>
                <a:uFillTx/>
                <a:latin typeface="Arial"/>
              </a:rPr>
              <a:t>Fourth Outline Level</a:t>
            </a:r>
            <a:endParaRPr lang="en-US" sz="4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Fifth Outline Level</a:t>
            </a:r>
            <a:endParaRPr lang="en-US" sz="4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Sixth Outline Level</a:t>
            </a:r>
            <a:endParaRPr lang="en-US" sz="4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Seventh Outline Level</a:t>
            </a:r>
            <a:endParaRPr lang="en-US" sz="4800" b="0" u="none" strike="noStrike">
              <a:solidFill>
                <a:srgbClr val="000000"/>
              </a:solidFill>
              <a:effectLst/>
              <a:uFillTx/>
              <a:latin typeface="Arial"/>
            </a:endParaRPr>
          </a:p>
        </p:txBody>
      </p:sp>
      <p:sp>
        <p:nvSpPr>
          <p:cNvPr id="132" name="PlaceHolder 3"/>
          <p:cNvSpPr>
            <a:spLocks noGrp="1"/>
          </p:cNvSpPr>
          <p:nvPr>
            <p:ph type="body"/>
          </p:nvPr>
        </p:nvSpPr>
        <p:spPr>
          <a:xfrm>
            <a:off x="18520920" y="4849920"/>
            <a:ext cx="7981560" cy="1201824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33" name="PlaceHolder 4"/>
          <p:cNvSpPr>
            <a:spLocks noGrp="1"/>
          </p:cNvSpPr>
          <p:nvPr>
            <p:ph type="body"/>
          </p:nvPr>
        </p:nvSpPr>
        <p:spPr>
          <a:xfrm>
            <a:off x="10072080" y="4849920"/>
            <a:ext cx="7981560" cy="1201824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34" name="PlaceHolder 5"/>
          <p:cNvSpPr>
            <a:spLocks noGrp="1"/>
          </p:cNvSpPr>
          <p:nvPr>
            <p:ph type="body"/>
          </p:nvPr>
        </p:nvSpPr>
        <p:spPr>
          <a:xfrm>
            <a:off x="1637640" y="4849920"/>
            <a:ext cx="7967520" cy="1201824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35" name="PlaceHolder 6"/>
          <p:cNvSpPr>
            <a:spLocks noGrp="1"/>
          </p:cNvSpPr>
          <p:nvPr>
            <p:ph type="body"/>
          </p:nvPr>
        </p:nvSpPr>
        <p:spPr>
          <a:xfrm>
            <a:off x="26969400" y="4849920"/>
            <a:ext cx="7967520" cy="1201824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36" name="PlaceHolder 7"/>
          <p:cNvSpPr>
            <a:spLocks noGrp="1"/>
          </p:cNvSpPr>
          <p:nvPr>
            <p:ph type="body"/>
          </p:nvPr>
        </p:nvSpPr>
        <p:spPr>
          <a:xfrm>
            <a:off x="10087200" y="17064000"/>
            <a:ext cx="796644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137" name="PlaceHolder 8"/>
          <p:cNvSpPr>
            <a:spLocks noGrp="1"/>
          </p:cNvSpPr>
          <p:nvPr>
            <p:ph type="body"/>
          </p:nvPr>
        </p:nvSpPr>
        <p:spPr>
          <a:xfrm>
            <a:off x="1630440" y="17064000"/>
            <a:ext cx="794556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138" name="PlaceHolder 9"/>
          <p:cNvSpPr>
            <a:spLocks noGrp="1"/>
          </p:cNvSpPr>
          <p:nvPr>
            <p:ph type="body"/>
          </p:nvPr>
        </p:nvSpPr>
        <p:spPr>
          <a:xfrm>
            <a:off x="10087200" y="17751600"/>
            <a:ext cx="796644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139" name="PlaceHolder 10"/>
          <p:cNvSpPr>
            <a:spLocks noGrp="1"/>
          </p:cNvSpPr>
          <p:nvPr>
            <p:ph type="body"/>
          </p:nvPr>
        </p:nvSpPr>
        <p:spPr>
          <a:xfrm>
            <a:off x="1630440" y="17751600"/>
            <a:ext cx="794556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140" name="PlaceHolder 11"/>
          <p:cNvSpPr>
            <a:spLocks noGrp="1"/>
          </p:cNvSpPr>
          <p:nvPr>
            <p:ph type="body"/>
          </p:nvPr>
        </p:nvSpPr>
        <p:spPr>
          <a:xfrm>
            <a:off x="18527400" y="17064000"/>
            <a:ext cx="794556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141" name="PlaceHolder 12"/>
          <p:cNvSpPr>
            <a:spLocks noGrp="1"/>
          </p:cNvSpPr>
          <p:nvPr>
            <p:ph type="body"/>
          </p:nvPr>
        </p:nvSpPr>
        <p:spPr>
          <a:xfrm>
            <a:off x="18527400" y="17751600"/>
            <a:ext cx="794556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142" name="PlaceHolder 13"/>
          <p:cNvSpPr>
            <a:spLocks noGrp="1"/>
          </p:cNvSpPr>
          <p:nvPr>
            <p:ph type="body"/>
          </p:nvPr>
        </p:nvSpPr>
        <p:spPr>
          <a:xfrm>
            <a:off x="26975880" y="17064000"/>
            <a:ext cx="794592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143" name="PlaceHolder 14"/>
          <p:cNvSpPr>
            <a:spLocks noGrp="1"/>
          </p:cNvSpPr>
          <p:nvPr>
            <p:ph type="body"/>
          </p:nvPr>
        </p:nvSpPr>
        <p:spPr>
          <a:xfrm>
            <a:off x="26975880" y="17751600"/>
            <a:ext cx="794592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 SHORT Layout">
    <p:bg>
      <p:bgPr>
        <a:solidFill>
          <a:schemeClr val="dk1"/>
        </a:solidFill>
      </p:bgPr>
    </p:bg>
    <p:spTree>
      <p:nvGrpSpPr>
        <p:cNvPr id="1" name=""/>
        <p:cNvGrpSpPr/>
        <p:nvPr/>
      </p:nvGrpSpPr>
      <p:grpSpPr>
        <a:xfrm>
          <a:off x="0" y="0"/>
          <a:ext cx="0" cy="0"/>
          <a:chOff x="0" y="0"/>
          <a:chExt cx="0" cy="0"/>
        </a:xfrm>
      </p:grpSpPr>
      <p:grpSp>
        <p:nvGrpSpPr>
          <p:cNvPr id="144" name="Google Shape;10;p1"/>
          <p:cNvGrpSpPr/>
          <p:nvPr/>
        </p:nvGrpSpPr>
        <p:grpSpPr>
          <a:xfrm>
            <a:off x="34061400" y="19504440"/>
            <a:ext cx="2513160" cy="1071360"/>
            <a:chOff x="34061400" y="19504440"/>
            <a:chExt cx="2513160" cy="1071360"/>
          </a:xfrm>
        </p:grpSpPr>
        <p:sp>
          <p:nvSpPr>
            <p:cNvPr id="145"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146"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pic>
        <p:nvPicPr>
          <p:cNvPr id="147" name="Google Shape;391;p39" descr="A green and white background&#10;&#10;Description automatically generated"/>
          <p:cNvPicPr/>
          <p:nvPr/>
        </p:nvPicPr>
        <p:blipFill>
          <a:blip r:embed="rId3"/>
          <a:stretch/>
        </p:blipFill>
        <p:spPr>
          <a:xfrm>
            <a:off x="0" y="0"/>
            <a:ext cx="36574560" cy="20572560"/>
          </a:xfrm>
          <a:prstGeom prst="rect">
            <a:avLst/>
          </a:prstGeom>
          <a:noFill/>
          <a:ln w="0">
            <a:noFill/>
          </a:ln>
        </p:spPr>
      </p:pic>
      <p:sp>
        <p:nvSpPr>
          <p:cNvPr id="148" name="Google Shape;392;p39"/>
          <p:cNvSpPr/>
          <p:nvPr/>
        </p:nvSpPr>
        <p:spPr>
          <a:xfrm>
            <a:off x="0" y="4143600"/>
            <a:ext cx="36574560" cy="2150280"/>
          </a:xfrm>
          <a:prstGeom prst="rect">
            <a:avLst/>
          </a:prstGeom>
          <a:gradFill rotWithShape="0">
            <a:gsLst>
              <a:gs pos="0">
                <a:srgbClr val="FFFFFF">
                  <a:alpha val="0"/>
                </a:srgbClr>
              </a:gs>
              <a:gs pos="100000">
                <a:srgbClr val="FFFFFF"/>
              </a:gs>
            </a:gsLst>
            <a:lin ang="5400000"/>
          </a:gradFill>
          <a:ln w="0">
            <a:noFill/>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149" name="Google Shape;393;p39"/>
          <p:cNvSpPr/>
          <p:nvPr/>
        </p:nvSpPr>
        <p:spPr>
          <a:xfrm flipH="1" rot="10800000">
            <a:off x="0" y="15271560"/>
            <a:ext cx="36574560" cy="4216680"/>
          </a:xfrm>
          <a:prstGeom prst="rect">
            <a:avLst/>
          </a:prstGeom>
          <a:gradFill rotWithShape="0">
            <a:gsLst>
              <a:gs pos="0">
                <a:srgbClr val="FFFFFF">
                  <a:alpha val="0"/>
                </a:srgbClr>
              </a:gs>
              <a:gs pos="100000">
                <a:srgbClr val="FFFFFF"/>
              </a:gs>
            </a:gsLst>
            <a:lin ang="16200000"/>
          </a:gradFill>
          <a:ln w="0">
            <a:noFill/>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150" name="Google Shape;394;p39"/>
          <p:cNvSpPr/>
          <p:nvPr/>
        </p:nvSpPr>
        <p:spPr>
          <a:xfrm>
            <a:off x="0" y="1068120"/>
            <a:ext cx="36574560" cy="4216680"/>
          </a:xfrm>
          <a:prstGeom prst="rect">
            <a:avLst/>
          </a:prstGeom>
          <a:gradFill rotWithShape="0">
            <a:gsLst>
              <a:gs pos="0">
                <a:srgbClr val="FFFFFF">
                  <a:alpha val="0"/>
                </a:srgbClr>
              </a:gs>
              <a:gs pos="100000">
                <a:srgbClr val="FFFFFF"/>
              </a:gs>
            </a:gsLst>
            <a:lin ang="5400000"/>
          </a:gradFill>
          <a:ln w="0">
            <a:noFill/>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151" name="Google Shape;395;p39"/>
          <p:cNvSpPr/>
          <p:nvPr/>
        </p:nvSpPr>
        <p:spPr>
          <a:xfrm>
            <a:off x="0" y="4143600"/>
            <a:ext cx="36574560" cy="2150280"/>
          </a:xfrm>
          <a:prstGeom prst="rect">
            <a:avLst/>
          </a:prstGeom>
          <a:gradFill rotWithShape="0">
            <a:gsLst>
              <a:gs pos="0">
                <a:srgbClr val="FFFFFF">
                  <a:alpha val="0"/>
                </a:srgbClr>
              </a:gs>
              <a:gs pos="100000">
                <a:srgbClr val="FFFFFF"/>
              </a:gs>
            </a:gsLst>
            <a:lin ang="5400000"/>
          </a:gradFill>
          <a:ln w="0">
            <a:noFill/>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152" name="PlaceHolder 1"/>
          <p:cNvSpPr>
            <a:spLocks noGrp="1"/>
          </p:cNvSpPr>
          <p:nvPr>
            <p:ph type="body"/>
          </p:nvPr>
        </p:nvSpPr>
        <p:spPr>
          <a:xfrm>
            <a:off x="6158880" y="11878200"/>
            <a:ext cx="24257160" cy="104256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4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4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4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400" b="0" u="none" strike="noStrike">
                <a:solidFill>
                  <a:srgbClr val="000000"/>
                </a:solidFill>
                <a:effectLst/>
                <a:uFillTx/>
                <a:latin typeface="Arial"/>
              </a:rPr>
              <a:t>Click to edit the outline text format</a:t>
            </a:r>
            <a:endParaRPr lang="en-US" sz="44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400" b="0" u="none" strike="noStrike">
                <a:solidFill>
                  <a:srgbClr val="000000"/>
                </a:solidFill>
                <a:effectLst/>
                <a:uFillTx/>
                <a:latin typeface="Arial"/>
              </a:rPr>
              <a:t>Second Outline Level</a:t>
            </a:r>
            <a:endParaRPr lang="en-US" sz="44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400" b="0" u="none" strike="noStrike">
                <a:solidFill>
                  <a:srgbClr val="000000"/>
                </a:solidFill>
                <a:effectLst/>
                <a:uFillTx/>
                <a:latin typeface="Arial"/>
              </a:rPr>
              <a:t>Third Outline Level</a:t>
            </a:r>
            <a:endParaRPr lang="en-US" sz="44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400" b="0" u="none" strike="noStrike">
                <a:solidFill>
                  <a:srgbClr val="000000"/>
                </a:solidFill>
                <a:effectLst/>
                <a:uFillTx/>
                <a:latin typeface="Arial"/>
              </a:rPr>
              <a:t>Fourth Outline Level</a:t>
            </a:r>
            <a:endParaRPr lang="en-US" sz="4400" b="0" u="none" strike="noStrike">
              <a:solidFill>
                <a:srgbClr val="000000"/>
              </a:solidFill>
              <a:effectLst/>
              <a:uFillTx/>
              <a:latin typeface="Arial"/>
            </a:endParaRPr>
          </a:p>
          <a:p>
            <a:pPr marL="2286000" lvl="4"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Fifth Outline Level</a:t>
            </a:r>
            <a:endParaRPr lang="en-US" sz="44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Sixth Outline Level</a:t>
            </a:r>
            <a:endParaRPr lang="en-US" sz="44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Seventh Outline Level</a:t>
            </a:r>
            <a:endParaRPr lang="en-US" sz="4400" b="0" u="none" strike="noStrike">
              <a:solidFill>
                <a:srgbClr val="000000"/>
              </a:solidFill>
              <a:effectLst/>
              <a:uFillTx/>
              <a:latin typeface="Arial"/>
            </a:endParaRPr>
          </a:p>
        </p:txBody>
      </p:sp>
      <p:sp>
        <p:nvSpPr>
          <p:cNvPr id="153" name="PlaceHolder 2"/>
          <p:cNvSpPr>
            <a:spLocks noGrp="1"/>
          </p:cNvSpPr>
          <p:nvPr>
            <p:ph type="body"/>
          </p:nvPr>
        </p:nvSpPr>
        <p:spPr>
          <a:xfrm>
            <a:off x="6158880" y="7053480"/>
            <a:ext cx="24257160" cy="4401720"/>
          </a:xfrm>
          <a:prstGeom prst="rect">
            <a:avLst/>
          </a:prstGeom>
          <a:noFill/>
          <a:ln w="0">
            <a:noFill/>
          </a:ln>
        </p:spPr>
        <p:txBody>
          <a:bodyPr lIns="91440" tIns="45720" rIns="91440" bIns="45720" anchor="ctr">
            <a:noAutofit/>
          </a:bodyPr>
          <a:lstStyle>
            <a:lvl1pPr algn="l">
              <a:lnSpc>
                <a:spcPct val="100000"/>
              </a:lnSpc>
              <a:spcBef>
                <a:spcPts val="1417"/>
              </a:spcBef>
              <a:buClr>
                <a:srgbClr val="000000"/>
              </a:buClr>
              <a:buSzPct val="45000"/>
              <a:buFont typeface="Wingdings" charset="2"/>
              <a:buChar char=""/>
              <a:defRPr lang="en-US" sz="12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2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2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2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12000" b="0" u="none" strike="noStrike">
                <a:solidFill>
                  <a:srgbClr val="000000"/>
                </a:solidFill>
                <a:effectLst/>
                <a:uFillTx/>
                <a:latin typeface="Arial"/>
              </a:rPr>
              <a:t>Click to edit the outline text format</a:t>
            </a:r>
            <a:endParaRPr lang="en-US" sz="12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12000" b="0" u="none" strike="noStrike">
                <a:solidFill>
                  <a:srgbClr val="000000"/>
                </a:solidFill>
                <a:effectLst/>
                <a:uFillTx/>
                <a:latin typeface="Arial"/>
              </a:rPr>
              <a:t>Second Outline Level</a:t>
            </a:r>
            <a:endParaRPr lang="en-US" sz="12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12000" b="0" u="none" strike="noStrike">
                <a:solidFill>
                  <a:srgbClr val="000000"/>
                </a:solidFill>
                <a:effectLst/>
                <a:uFillTx/>
                <a:latin typeface="Arial"/>
              </a:rPr>
              <a:t>Third Outline Level</a:t>
            </a:r>
            <a:endParaRPr lang="en-US" sz="12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12000" b="0" u="none" strike="noStrike">
                <a:solidFill>
                  <a:srgbClr val="000000"/>
                </a:solidFill>
                <a:effectLst/>
                <a:uFillTx/>
                <a:latin typeface="Arial"/>
              </a:rPr>
              <a:t>Fourth Outline Level</a:t>
            </a:r>
            <a:endParaRPr lang="en-US" sz="12000" b="0" u="none" strike="noStrike">
              <a:solidFill>
                <a:srgbClr val="000000"/>
              </a:solidFill>
              <a:effectLst/>
              <a:uFillTx/>
              <a:latin typeface="Arial"/>
            </a:endParaRPr>
          </a:p>
          <a:p>
            <a:pPr marL="2286000" lvl="4" indent="-571680" algn="l">
              <a:lnSpc>
                <a:spcPct val="100000"/>
              </a:lnSpc>
              <a:spcBef>
                <a:spcPts val="283"/>
              </a:spcBef>
              <a:buClr>
                <a:srgbClr val="000000"/>
              </a:buClr>
              <a:buSzPct val="45000"/>
              <a:buFont typeface="Wingdings" charset="2"/>
              <a:buChar char=""/>
            </a:pPr>
            <a:r>
              <a:rPr lang="en-US" sz="12000" b="0" u="none" strike="noStrike">
                <a:solidFill>
                  <a:srgbClr val="000000"/>
                </a:solidFill>
                <a:effectLst/>
                <a:uFillTx/>
                <a:latin typeface="Arial"/>
              </a:rPr>
              <a:t>Fifth Outline Level</a:t>
            </a:r>
            <a:endParaRPr lang="en-US" sz="12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12000" b="0" u="none" strike="noStrike">
                <a:solidFill>
                  <a:srgbClr val="000000"/>
                </a:solidFill>
                <a:effectLst/>
                <a:uFillTx/>
                <a:latin typeface="Arial"/>
              </a:rPr>
              <a:t>Sixth Outline Level</a:t>
            </a:r>
            <a:endParaRPr lang="en-US" sz="12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12000" b="0" u="none" strike="noStrike">
                <a:solidFill>
                  <a:srgbClr val="000000"/>
                </a:solidFill>
                <a:effectLst/>
                <a:uFillTx/>
                <a:latin typeface="Arial"/>
              </a:rPr>
              <a:t>Seventh Outline Level</a:t>
            </a:r>
            <a:endParaRPr lang="en-US" sz="12000" b="0" u="none" strike="noStrike">
              <a:solidFill>
                <a:srgbClr val="000000"/>
              </a:solidFill>
              <a:effectLst/>
              <a:uFillTx/>
              <a:latin typeface="Arial"/>
            </a:endParaRPr>
          </a:p>
        </p:txBody>
      </p:sp>
      <p:grpSp>
        <p:nvGrpSpPr>
          <p:cNvPr id="154" name="Google Shape;398;p39"/>
          <p:cNvGrpSpPr/>
          <p:nvPr/>
        </p:nvGrpSpPr>
        <p:grpSpPr>
          <a:xfrm>
            <a:off x="6158520" y="5267160"/>
            <a:ext cx="24259680" cy="10102680"/>
            <a:chOff x="6158520" y="5267160"/>
            <a:chExt cx="24259680" cy="10102680"/>
          </a:xfrm>
        </p:grpSpPr>
        <p:grpSp>
          <p:nvGrpSpPr>
            <p:cNvPr id="155" name="Google Shape;399;p39"/>
            <p:cNvGrpSpPr/>
            <p:nvPr/>
          </p:nvGrpSpPr>
          <p:grpSpPr>
            <a:xfrm>
              <a:off x="17553600" y="5267160"/>
              <a:ext cx="1497240" cy="10102680"/>
              <a:chOff x="17553600" y="5267160"/>
              <a:chExt cx="1497240" cy="10102680"/>
            </a:xfrm>
          </p:grpSpPr>
          <p:sp>
            <p:nvSpPr>
              <p:cNvPr id="156" name="Google Shape;400;p39"/>
              <p:cNvSpPr/>
              <p:nvPr/>
            </p:nvSpPr>
            <p:spPr>
              <a:xfrm>
                <a:off x="17553600" y="5267160"/>
                <a:ext cx="1467360" cy="450756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tabLst>
                    <a:tab pos="0" algn="l"/>
                  </a:tabLst>
                </a:pPr>
                <a:r>
                  <a:rPr lang="en-IN" sz="28700" b="0" u="none" strike="noStrike">
                    <a:solidFill>
                      <a:schemeClr val="dk2"/>
                    </a:solidFill>
                    <a:effectLst/>
                    <a:uFillTx/>
                    <a:latin typeface="NVIDIA Sans Light"/>
                    <a:ea typeface="NVIDIA Sans Light"/>
                  </a:rPr>
                  <a:t>“</a:t>
                </a:r>
                <a:endParaRPr lang="en-US" sz="28700" b="0" u="none" strike="noStrike">
                  <a:solidFill>
                    <a:srgbClr val="000000"/>
                  </a:solidFill>
                  <a:effectLst/>
                  <a:uFillTx/>
                  <a:latin typeface="Arial"/>
                </a:endParaRPr>
              </a:p>
            </p:txBody>
          </p:sp>
          <p:sp>
            <p:nvSpPr>
              <p:cNvPr id="157" name="Google Shape;401;p39"/>
              <p:cNvSpPr/>
              <p:nvPr/>
            </p:nvSpPr>
            <p:spPr>
              <a:xfrm rot="10800000">
                <a:off x="17583480" y="10862280"/>
                <a:ext cx="1467360" cy="450756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tabLst>
                    <a:tab pos="0" algn="l"/>
                  </a:tabLst>
                </a:pPr>
                <a:r>
                  <a:rPr lang="en-IN" sz="28700" b="0" u="none" strike="noStrike">
                    <a:solidFill>
                      <a:schemeClr val="dk2"/>
                    </a:solidFill>
                    <a:effectLst/>
                    <a:uFillTx/>
                    <a:latin typeface="NVIDIA Sans Light"/>
                    <a:ea typeface="NVIDIA Sans Light"/>
                  </a:rPr>
                  <a:t>“</a:t>
                </a:r>
                <a:endParaRPr lang="en-US" sz="28700" b="0" u="none" strike="noStrike">
                  <a:solidFill>
                    <a:srgbClr val="000000"/>
                  </a:solidFill>
                  <a:effectLst/>
                  <a:uFillTx/>
                  <a:latin typeface="Arial"/>
                </a:endParaRPr>
              </a:p>
            </p:txBody>
          </p:sp>
        </p:grpSp>
        <p:cxnSp>
          <p:nvCxnSpPr>
            <p:cNvPr id="158" name="Google Shape;402;p39"/>
            <p:cNvCxnSpPr/>
            <p:nvPr/>
          </p:nvCxnSpPr>
          <p:spPr>
            <a:xfrm>
              <a:off x="6158520" y="6456960"/>
              <a:ext cx="11396520" cy="1440"/>
            </a:xfrm>
            <a:prstGeom prst="straightConnector1">
              <a:avLst/>
            </a:prstGeom>
            <a:ln w="31750">
              <a:solidFill>
                <a:srgbClr val="8C8C8C"/>
              </a:solidFill>
              <a:round/>
            </a:ln>
          </p:spPr>
        </p:cxnSp>
        <p:cxnSp>
          <p:nvCxnSpPr>
            <p:cNvPr id="159" name="Google Shape;403;p39"/>
            <p:cNvCxnSpPr/>
            <p:nvPr/>
          </p:nvCxnSpPr>
          <p:spPr>
            <a:xfrm>
              <a:off x="19022040" y="6456960"/>
              <a:ext cx="11396520" cy="1440"/>
            </a:xfrm>
            <a:prstGeom prst="straightConnector1">
              <a:avLst/>
            </a:prstGeom>
            <a:ln w="31750">
              <a:solidFill>
                <a:srgbClr val="8C8C8C"/>
              </a:solidFill>
              <a:round/>
            </a:ln>
          </p:spPr>
        </p:cxnSp>
        <p:cxnSp>
          <p:nvCxnSpPr>
            <p:cNvPr id="160" name="Google Shape;404;p39"/>
            <p:cNvCxnSpPr/>
            <p:nvPr/>
          </p:nvCxnSpPr>
          <p:spPr>
            <a:xfrm>
              <a:off x="6158520" y="14146560"/>
              <a:ext cx="11396520" cy="1440"/>
            </a:xfrm>
            <a:prstGeom prst="straightConnector1">
              <a:avLst/>
            </a:prstGeom>
            <a:ln w="31750">
              <a:solidFill>
                <a:srgbClr val="8C8C8C"/>
              </a:solidFill>
              <a:round/>
            </a:ln>
          </p:spPr>
        </p:cxnSp>
        <p:cxnSp>
          <p:nvCxnSpPr>
            <p:cNvPr id="161" name="Google Shape;405;p39"/>
            <p:cNvCxnSpPr/>
            <p:nvPr/>
          </p:nvCxnSpPr>
          <p:spPr>
            <a:xfrm>
              <a:off x="19022040" y="14146560"/>
              <a:ext cx="11396520" cy="1440"/>
            </a:xfrm>
            <a:prstGeom prst="straightConnector1">
              <a:avLst/>
            </a:prstGeom>
            <a:ln w="31750">
              <a:solidFill>
                <a:srgbClr val="8C8C8C"/>
              </a:solidFill>
              <a:round/>
            </a:ln>
          </p:spPr>
        </p:cxnSp>
      </p:gr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chemeClr val="dk1"/>
        </a:solidFill>
      </p:bgPr>
    </p:bg>
    <p:spTree>
      <p:nvGrpSpPr>
        <p:cNvPr id="1" name=""/>
        <p:cNvGrpSpPr/>
        <p:nvPr/>
      </p:nvGrpSpPr>
      <p:grpSpPr>
        <a:xfrm>
          <a:off x="0" y="0"/>
          <a:ext cx="0" cy="0"/>
          <a:chOff x="0" y="0"/>
          <a:chExt cx="0" cy="0"/>
        </a:xfrm>
      </p:grpSpPr>
      <p:grpSp>
        <p:nvGrpSpPr>
          <p:cNvPr id="162" name="Google Shape;10;p1"/>
          <p:cNvGrpSpPr/>
          <p:nvPr/>
        </p:nvGrpSpPr>
        <p:grpSpPr>
          <a:xfrm>
            <a:off x="34061400" y="19504440"/>
            <a:ext cx="2513160" cy="1071360"/>
            <a:chOff x="34061400" y="19504440"/>
            <a:chExt cx="2513160" cy="1071360"/>
          </a:xfrm>
        </p:grpSpPr>
        <p:sp>
          <p:nvSpPr>
            <p:cNvPr id="163"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164"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Agenda">
    <p:bg>
      <p:bgPr>
        <a:solidFill>
          <a:schemeClr val="dk1"/>
        </a:solidFill>
      </p:bgPr>
    </p:bg>
    <p:spTree>
      <p:nvGrpSpPr>
        <p:cNvPr id="1" name=""/>
        <p:cNvGrpSpPr/>
        <p:nvPr/>
      </p:nvGrpSpPr>
      <p:grpSpPr>
        <a:xfrm>
          <a:off x="0" y="0"/>
          <a:ext cx="0" cy="0"/>
          <a:chOff x="0" y="0"/>
          <a:chExt cx="0" cy="0"/>
        </a:xfrm>
      </p:grpSpPr>
      <p:grpSp>
        <p:nvGrpSpPr>
          <p:cNvPr id="165" name="Google Shape;10;p1"/>
          <p:cNvGrpSpPr/>
          <p:nvPr/>
        </p:nvGrpSpPr>
        <p:grpSpPr>
          <a:xfrm>
            <a:off x="34061400" y="19504440"/>
            <a:ext cx="2513160" cy="1071360"/>
            <a:chOff x="34061400" y="19504440"/>
            <a:chExt cx="2513160" cy="1071360"/>
          </a:xfrm>
        </p:grpSpPr>
        <p:sp>
          <p:nvSpPr>
            <p:cNvPr id="166"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167"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pic>
        <p:nvPicPr>
          <p:cNvPr id="168" name="Google Shape;407;p40" descr="A green curved lines with a bright light behind them&#10;&#10;Description automatically generated"/>
          <p:cNvPicPr/>
          <p:nvPr/>
        </p:nvPicPr>
        <p:blipFill>
          <a:blip r:embed="rId3"/>
          <a:srcRect l="2408" t="0" r="51108" b="925"/>
          <a:stretch/>
        </p:blipFill>
        <p:spPr>
          <a:xfrm>
            <a:off x="0" y="0"/>
            <a:ext cx="17149320" cy="20572560"/>
          </a:xfrm>
          <a:prstGeom prst="rect">
            <a:avLst/>
          </a:prstGeom>
          <a:noFill/>
          <a:ln w="0">
            <a:noFill/>
          </a:ln>
        </p:spPr>
      </p:pic>
      <p:sp>
        <p:nvSpPr>
          <p:cNvPr id="169" name="Google Shape;408;p40"/>
          <p:cNvSpPr/>
          <p:nvPr/>
        </p:nvSpPr>
        <p:spPr>
          <a:xfrm>
            <a:off x="0" y="0"/>
            <a:ext cx="17149320" cy="20572560"/>
          </a:xfrm>
          <a:prstGeom prst="rect">
            <a:avLst/>
          </a:prstGeom>
          <a:solidFill>
            <a:schemeClr val="dk1">
              <a:alpha val="15000"/>
            </a:schemeClr>
          </a:solidFill>
          <a:ln w="0">
            <a:noFill/>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170" name="Google Shape;409;p40"/>
          <p:cNvSpPr/>
          <p:nvPr/>
        </p:nvSpPr>
        <p:spPr>
          <a:xfrm>
            <a:off x="17204760" y="5394960"/>
            <a:ext cx="565560" cy="15177600"/>
          </a:xfrm>
          <a:prstGeom prst="rect">
            <a:avLst/>
          </a:prstGeom>
          <a:solidFill>
            <a:schemeClr val="dk2"/>
          </a:solidFill>
          <a:ln w="0">
            <a:noFill/>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xt Left NO BULLETS - Image Right ">
    <p:bg>
      <p:bgPr>
        <a:solidFill>
          <a:schemeClr val="dk1"/>
        </a:solidFill>
      </p:bgPr>
    </p:bg>
    <p:spTree>
      <p:nvGrpSpPr>
        <p:cNvPr id="1" name=""/>
        <p:cNvGrpSpPr/>
        <p:nvPr/>
      </p:nvGrpSpPr>
      <p:grpSpPr>
        <a:xfrm>
          <a:off x="0" y="0"/>
          <a:ext cx="0" cy="0"/>
          <a:chOff x="0" y="0"/>
          <a:chExt cx="0" cy="0"/>
        </a:xfrm>
      </p:grpSpPr>
      <p:grpSp>
        <p:nvGrpSpPr>
          <p:cNvPr id="171" name="Google Shape;10;p1"/>
          <p:cNvGrpSpPr/>
          <p:nvPr/>
        </p:nvGrpSpPr>
        <p:grpSpPr>
          <a:xfrm>
            <a:off x="34061400" y="19504440"/>
            <a:ext cx="2513160" cy="1071360"/>
            <a:chOff x="34061400" y="19504440"/>
            <a:chExt cx="2513160" cy="1071360"/>
          </a:xfrm>
        </p:grpSpPr>
        <p:sp>
          <p:nvSpPr>
            <p:cNvPr id="172"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173"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sp>
        <p:nvSpPr>
          <p:cNvPr id="174" name="Google Shape;110;p19"/>
          <p:cNvSpPr/>
          <p:nvPr/>
        </p:nvSpPr>
        <p:spPr>
          <a:xfrm>
            <a:off x="32964120" y="18928080"/>
            <a:ext cx="3610440" cy="1644480"/>
          </a:xfrm>
          <a:prstGeom prst="rect">
            <a:avLst/>
          </a:prstGeom>
          <a:solidFill>
            <a:schemeClr val="dk1"/>
          </a:solidFill>
          <a:ln w="0">
            <a:noFill/>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175" name="PlaceHolder 1"/>
          <p:cNvSpPr>
            <a:spLocks noGrp="1"/>
          </p:cNvSpPr>
          <p:nvPr>
            <p:ph type="title"/>
          </p:nvPr>
        </p:nvSpPr>
        <p:spPr>
          <a:xfrm>
            <a:off x="2597040" y="6829560"/>
            <a:ext cx="12141720" cy="336420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7200" b="0" u="none" strike="noStrike">
                <a:solidFill>
                  <a:srgbClr val="000000"/>
                </a:solidFill>
                <a:effectLst/>
                <a:uFillTx/>
                <a:latin typeface="Arial"/>
              </a:defRPr>
            </a:lvl1pPr>
          </a:lstStyle>
          <a:p>
            <a:pPr indent="0" algn="l">
              <a:lnSpc>
                <a:spcPct val="100000"/>
              </a:lnSpc>
              <a:buNone/>
              <a:tabLst>
                <a:tab pos="0" algn="l"/>
              </a:tabLst>
            </a:pPr>
            <a:r>
              <a:rPr lang="en-US" sz="7200" b="0" u="none" strike="noStrike">
                <a:solidFill>
                  <a:srgbClr val="000000"/>
                </a:solidFill>
                <a:effectLst/>
                <a:uFillTx/>
                <a:latin typeface="Arial"/>
              </a:rPr>
              <a:t>Click to edit the title text format</a:t>
            </a:r>
            <a:endParaRPr lang="en-US" sz="7200" b="0" u="none" strike="noStrike">
              <a:solidFill>
                <a:srgbClr val="000000"/>
              </a:solidFill>
              <a:effectLst/>
              <a:uFillTx/>
              <a:latin typeface="Arial"/>
            </a:endParaRPr>
          </a:p>
        </p:txBody>
      </p:sp>
      <p:sp>
        <p:nvSpPr>
          <p:cNvPr id="176" name="PlaceHolder 2"/>
          <p:cNvSpPr>
            <a:spLocks noGrp="1"/>
          </p:cNvSpPr>
          <p:nvPr>
            <p:ph type="body"/>
          </p:nvPr>
        </p:nvSpPr>
        <p:spPr>
          <a:xfrm>
            <a:off x="2597040" y="10283040"/>
            <a:ext cx="12141720" cy="14068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800" b="0" u="none" strike="noStrike">
                <a:solidFill>
                  <a:srgbClr val="000000"/>
                </a:solidFill>
                <a:effectLst/>
                <a:uFillTx/>
                <a:latin typeface="Arial"/>
              </a:rPr>
              <a:t>Click to edit the outline text format</a:t>
            </a:r>
            <a:endParaRPr lang="en-US" sz="4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800" b="0" u="none" strike="noStrike">
                <a:solidFill>
                  <a:srgbClr val="000000"/>
                </a:solidFill>
                <a:effectLst/>
                <a:uFillTx/>
                <a:latin typeface="Arial"/>
              </a:rPr>
              <a:t>Second Outline Level</a:t>
            </a:r>
            <a:endParaRPr lang="en-US" sz="4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800" b="0" u="none" strike="noStrike">
                <a:solidFill>
                  <a:srgbClr val="000000"/>
                </a:solidFill>
                <a:effectLst/>
                <a:uFillTx/>
                <a:latin typeface="Arial"/>
              </a:rPr>
              <a:t>Third Outline Level</a:t>
            </a:r>
            <a:endParaRPr lang="en-US" sz="4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800" b="0" u="none" strike="noStrike">
                <a:solidFill>
                  <a:srgbClr val="000000"/>
                </a:solidFill>
                <a:effectLst/>
                <a:uFillTx/>
                <a:latin typeface="Arial"/>
              </a:rPr>
              <a:t>Fourth Outline Level</a:t>
            </a:r>
            <a:endParaRPr lang="en-US" sz="4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Fifth Outline Level</a:t>
            </a:r>
            <a:endParaRPr lang="en-US" sz="4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Sixth Outline Level</a:t>
            </a:r>
            <a:endParaRPr lang="en-US" sz="4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Seventh Outline Level</a:t>
            </a:r>
            <a:endParaRPr lang="en-US" sz="4800" b="0" u="none" strike="noStrike">
              <a:solidFill>
                <a:srgbClr val="000000"/>
              </a:solidFill>
              <a:effectLst/>
              <a:uFillTx/>
              <a:latin typeface="Arial"/>
            </a:endParaRPr>
          </a:p>
        </p:txBody>
      </p:sp>
      <p:grpSp>
        <p:nvGrpSpPr>
          <p:cNvPr id="177" name="Google Shape;113;p19"/>
          <p:cNvGrpSpPr/>
          <p:nvPr/>
        </p:nvGrpSpPr>
        <p:grpSpPr>
          <a:xfrm>
            <a:off x="0" y="19504440"/>
            <a:ext cx="2329200" cy="1081440"/>
            <a:chOff x="0" y="19504440"/>
            <a:chExt cx="2329200" cy="1081440"/>
          </a:xfrm>
        </p:grpSpPr>
        <p:sp>
          <p:nvSpPr>
            <p:cNvPr id="178" name="Google Shape;114;p19"/>
            <p:cNvSpPr/>
            <p:nvPr/>
          </p:nvSpPr>
          <p:spPr>
            <a:xfrm>
              <a:off x="0" y="1969776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179" name="Google Shape;115;p19" descr="A picture containing shape&#10;&#10;Description automatically generated"/>
            <p:cNvPicPr/>
            <p:nvPr/>
          </p:nvPicPr>
          <p:blipFill>
            <a:blip r:embed="rId3"/>
            <a:stretch/>
          </p:blipFill>
          <p:spPr>
            <a:xfrm>
              <a:off x="327240" y="19504440"/>
              <a:ext cx="2001960" cy="688680"/>
            </a:xfrm>
            <a:prstGeom prst="rect">
              <a:avLst/>
            </a:prstGeom>
            <a:noFill/>
            <a:ln w="0">
              <a:noFill/>
            </a:ln>
          </p:spPr>
        </p:pic>
      </p:grpSp>
      <p:sp>
        <p:nvSpPr>
          <p:cNvPr id="180" name="PlaceHolder 3"/>
          <p:cNvSpPr>
            <a:spLocks noGrp="1"/>
          </p:cNvSpPr>
          <p:nvPr>
            <p:ph type="body"/>
          </p:nvPr>
        </p:nvSpPr>
        <p:spPr>
          <a:xfrm>
            <a:off x="16422480" y="0"/>
            <a:ext cx="20152080" cy="20572560"/>
          </a:xfrm>
          <a:prstGeom prst="rect">
            <a:avLst/>
          </a:prstGeom>
          <a:solidFill>
            <a:srgbClr val="F2F2F2">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ransition">
    <p:bg>
      <p:bgPr>
        <a:solidFill>
          <a:schemeClr val="dk1"/>
        </a:solidFill>
      </p:bgPr>
    </p:bg>
    <p:spTree>
      <p:nvGrpSpPr>
        <p:cNvPr id="1" name=""/>
        <p:cNvGrpSpPr/>
        <p:nvPr/>
      </p:nvGrpSpPr>
      <p:grpSpPr>
        <a:xfrm>
          <a:off x="0" y="0"/>
          <a:ext cx="0" cy="0"/>
          <a:chOff x="0" y="0"/>
          <a:chExt cx="0" cy="0"/>
        </a:xfrm>
      </p:grpSpPr>
      <p:grpSp>
        <p:nvGrpSpPr>
          <p:cNvPr id="181" name="Google Shape;10;p1"/>
          <p:cNvGrpSpPr/>
          <p:nvPr/>
        </p:nvGrpSpPr>
        <p:grpSpPr>
          <a:xfrm>
            <a:off x="34061400" y="19504440"/>
            <a:ext cx="2513160" cy="1071360"/>
            <a:chOff x="34061400" y="19504440"/>
            <a:chExt cx="2513160" cy="1071360"/>
          </a:xfrm>
        </p:grpSpPr>
        <p:sp>
          <p:nvSpPr>
            <p:cNvPr id="182"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183"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pic>
        <p:nvPicPr>
          <p:cNvPr id="184" name="Google Shape;411;p41" descr="A close-up of green and white&#10;&#10;Description automatically generated"/>
          <p:cNvPicPr/>
          <p:nvPr/>
        </p:nvPicPr>
        <p:blipFill>
          <a:blip r:embed="rId3"/>
          <a:stretch/>
        </p:blipFill>
        <p:spPr>
          <a:xfrm>
            <a:off x="0" y="0"/>
            <a:ext cx="36574560" cy="20572560"/>
          </a:xfrm>
          <a:prstGeom prst="rect">
            <a:avLst/>
          </a:prstGeom>
          <a:noFill/>
          <a:ln w="0">
            <a:noFill/>
          </a:ln>
        </p:spPr>
      </p:pic>
      <p:sp>
        <p:nvSpPr>
          <p:cNvPr id="185" name="PlaceHolder 1"/>
          <p:cNvSpPr>
            <a:spLocks noGrp="1"/>
          </p:cNvSpPr>
          <p:nvPr>
            <p:ph type="body"/>
          </p:nvPr>
        </p:nvSpPr>
        <p:spPr>
          <a:xfrm>
            <a:off x="1473840" y="1865160"/>
            <a:ext cx="18475200" cy="594216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9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9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9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9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9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9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9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9000" b="0" u="none" strike="noStrike">
                <a:solidFill>
                  <a:srgbClr val="000000"/>
                </a:solidFill>
                <a:effectLst/>
                <a:uFillTx/>
                <a:latin typeface="Arial"/>
              </a:rPr>
              <a:t>Click to edit the outline text format</a:t>
            </a:r>
            <a:endParaRPr lang="en-US" sz="9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9000" b="0" u="none" strike="noStrike">
                <a:solidFill>
                  <a:srgbClr val="000000"/>
                </a:solidFill>
                <a:effectLst/>
                <a:uFillTx/>
                <a:latin typeface="Arial"/>
              </a:rPr>
              <a:t>Second Outline Level</a:t>
            </a:r>
            <a:endParaRPr lang="en-US" sz="9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9000" b="0" u="none" strike="noStrike">
                <a:solidFill>
                  <a:srgbClr val="000000"/>
                </a:solidFill>
                <a:effectLst/>
                <a:uFillTx/>
                <a:latin typeface="Arial"/>
              </a:rPr>
              <a:t>Third Outline Level</a:t>
            </a:r>
            <a:endParaRPr lang="en-US" sz="9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9000" b="0" u="none" strike="noStrike">
                <a:solidFill>
                  <a:srgbClr val="000000"/>
                </a:solidFill>
                <a:effectLst/>
                <a:uFillTx/>
                <a:latin typeface="Arial"/>
              </a:rPr>
              <a:t>Fourth Outline Level</a:t>
            </a:r>
            <a:endParaRPr lang="en-US" sz="9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9000" b="0" u="none" strike="noStrike">
                <a:solidFill>
                  <a:srgbClr val="000000"/>
                </a:solidFill>
                <a:effectLst/>
                <a:uFillTx/>
                <a:latin typeface="Arial"/>
              </a:rPr>
              <a:t>Fifth Outline Level</a:t>
            </a:r>
            <a:endParaRPr lang="en-US" sz="9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9000" b="0" u="none" strike="noStrike">
                <a:solidFill>
                  <a:srgbClr val="000000"/>
                </a:solidFill>
                <a:effectLst/>
                <a:uFillTx/>
                <a:latin typeface="Arial"/>
              </a:rPr>
              <a:t>Sixth Outline Level</a:t>
            </a:r>
            <a:endParaRPr lang="en-US" sz="9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9000" b="0" u="none" strike="noStrike">
                <a:solidFill>
                  <a:srgbClr val="000000"/>
                </a:solidFill>
                <a:effectLst/>
                <a:uFillTx/>
                <a:latin typeface="Arial"/>
              </a:rPr>
              <a:t>Seventh Outline Level</a:t>
            </a:r>
            <a:endParaRPr lang="en-US" sz="9000" b="0" u="none" strike="noStrike">
              <a:solidFill>
                <a:srgbClr val="000000"/>
              </a:solidFill>
              <a:effectLst/>
              <a:uFillTx/>
              <a:latin typeface="Arial"/>
            </a:endParaRPr>
          </a:p>
        </p:txBody>
      </p:sp>
      <p:sp>
        <p:nvSpPr>
          <p:cNvPr id="186" name="Google Shape;413;p41"/>
          <p:cNvSpPr/>
          <p:nvPr/>
        </p:nvSpPr>
        <p:spPr>
          <a:xfrm>
            <a:off x="0" y="0"/>
            <a:ext cx="565560" cy="7496640"/>
          </a:xfrm>
          <a:prstGeom prst="rect">
            <a:avLst/>
          </a:prstGeom>
          <a:solidFill>
            <a:schemeClr val="dk2"/>
          </a:solidFill>
          <a:ln w="0">
            <a:noFill/>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mbargo">
    <p:bg>
      <p:bgPr>
        <a:solidFill>
          <a:schemeClr val="dk1"/>
        </a:solidFill>
      </p:bgPr>
    </p:bg>
    <p:spTree>
      <p:nvGrpSpPr>
        <p:cNvPr id="1" name=""/>
        <p:cNvGrpSpPr/>
        <p:nvPr/>
      </p:nvGrpSpPr>
      <p:grpSpPr>
        <a:xfrm>
          <a:off x="0" y="0"/>
          <a:ext cx="0" cy="0"/>
          <a:chOff x="0" y="0"/>
          <a:chExt cx="0" cy="0"/>
        </a:xfrm>
      </p:grpSpPr>
      <p:grpSp>
        <p:nvGrpSpPr>
          <p:cNvPr id="187" name="Google Shape;10;p1"/>
          <p:cNvGrpSpPr/>
          <p:nvPr/>
        </p:nvGrpSpPr>
        <p:grpSpPr>
          <a:xfrm>
            <a:off x="34061400" y="19504440"/>
            <a:ext cx="2513160" cy="1071360"/>
            <a:chOff x="34061400" y="19504440"/>
            <a:chExt cx="2513160" cy="1071360"/>
          </a:xfrm>
        </p:grpSpPr>
        <p:sp>
          <p:nvSpPr>
            <p:cNvPr id="188"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189"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sp>
        <p:nvSpPr>
          <p:cNvPr id="190" name="Google Shape;415;p42"/>
          <p:cNvSpPr/>
          <p:nvPr/>
        </p:nvSpPr>
        <p:spPr>
          <a:xfrm>
            <a:off x="0" y="0"/>
            <a:ext cx="36574560" cy="20572560"/>
          </a:xfrm>
          <a:prstGeom prst="rect">
            <a:avLst/>
          </a:prstGeom>
          <a:solidFill>
            <a:srgbClr val="9E0000"/>
          </a:solidFill>
          <a:ln w="0">
            <a:noFill/>
          </a:ln>
        </p:spPr>
        <p:style>
          <a:lnRef idx="0"/>
          <a:fillRef idx="0"/>
          <a:effectRef idx="0"/>
          <a:fontRef idx="minor"/>
        </p:style>
        <p:txBody>
          <a:bodyPr lIns="90000" tIns="45000" rIns="90000" bIns="45000" anchor="ctr">
            <a:noAutofit/>
          </a:bodyPr>
          <a:p>
            <a:endParaRPr lang="en-US" sz="1400" b="0" u="none" strike="noStrike">
              <a:solidFill>
                <a:srgbClr val="FFFFFF"/>
              </a:solidFill>
              <a:effectLst/>
              <a:uFillTx/>
              <a:latin typeface="Arial"/>
            </a:endParaRPr>
          </a:p>
        </p:txBody>
      </p:sp>
      <p:sp>
        <p:nvSpPr>
          <p:cNvPr id="191" name="PlaceHolder 1"/>
          <p:cNvSpPr>
            <a:spLocks noGrp="1"/>
          </p:cNvSpPr>
          <p:nvPr>
            <p:ph type="body"/>
          </p:nvPr>
        </p:nvSpPr>
        <p:spPr>
          <a:xfrm>
            <a:off x="7634160" y="10771920"/>
            <a:ext cx="22732560" cy="54748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4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4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4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400" b="0" u="none" strike="noStrike">
                <a:solidFill>
                  <a:srgbClr val="000000"/>
                </a:solidFill>
                <a:effectLst/>
                <a:uFillTx/>
                <a:latin typeface="Arial"/>
              </a:rPr>
              <a:t>Click to edit the outline text format</a:t>
            </a:r>
            <a:endParaRPr lang="en-US" sz="44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400" b="0" u="none" strike="noStrike">
                <a:solidFill>
                  <a:srgbClr val="000000"/>
                </a:solidFill>
                <a:effectLst/>
                <a:uFillTx/>
                <a:latin typeface="Arial"/>
              </a:rPr>
              <a:t>Second Outline Level</a:t>
            </a:r>
            <a:endParaRPr lang="en-US" sz="44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400" b="0" u="none" strike="noStrike">
                <a:solidFill>
                  <a:srgbClr val="000000"/>
                </a:solidFill>
                <a:effectLst/>
                <a:uFillTx/>
                <a:latin typeface="Arial"/>
              </a:rPr>
              <a:t>Third Outline Level</a:t>
            </a:r>
            <a:endParaRPr lang="en-US" sz="44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400" b="0" u="none" strike="noStrike">
                <a:solidFill>
                  <a:srgbClr val="000000"/>
                </a:solidFill>
                <a:effectLst/>
                <a:uFillTx/>
                <a:latin typeface="Arial"/>
              </a:rPr>
              <a:t>Fourth Outline Level</a:t>
            </a:r>
            <a:endParaRPr lang="en-US" sz="4400" b="0" u="none" strike="noStrike">
              <a:solidFill>
                <a:srgbClr val="000000"/>
              </a:solidFill>
              <a:effectLst/>
              <a:uFillTx/>
              <a:latin typeface="Arial"/>
            </a:endParaRPr>
          </a:p>
          <a:p>
            <a:pPr marL="2286000" lvl="4"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Fifth Outline Level</a:t>
            </a:r>
            <a:endParaRPr lang="en-US" sz="44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Sixth Outline Level</a:t>
            </a:r>
            <a:endParaRPr lang="en-US" sz="44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Seventh Outline Level</a:t>
            </a:r>
            <a:endParaRPr lang="en-US" sz="4400" b="0" u="none" strike="noStrike">
              <a:solidFill>
                <a:srgbClr val="000000"/>
              </a:solidFill>
              <a:effectLst/>
              <a:uFillTx/>
              <a:latin typeface="Arial"/>
            </a:endParaRPr>
          </a:p>
        </p:txBody>
      </p:sp>
      <p:sp>
        <p:nvSpPr>
          <p:cNvPr id="192" name="PlaceHolder 2"/>
          <p:cNvSpPr>
            <a:spLocks noGrp="1"/>
          </p:cNvSpPr>
          <p:nvPr>
            <p:ph type="title"/>
          </p:nvPr>
        </p:nvSpPr>
        <p:spPr>
          <a:xfrm>
            <a:off x="7634160" y="9024840"/>
            <a:ext cx="22732560" cy="1752840"/>
          </a:xfrm>
          <a:prstGeom prst="rect">
            <a:avLst/>
          </a:prstGeom>
          <a:noFill/>
          <a:ln w="0">
            <a:noFill/>
          </a:ln>
        </p:spPr>
        <p:txBody>
          <a:bodyPr lIns="91440" tIns="45720" rIns="91440" bIns="45720" anchor="b">
            <a:normAutofit lnSpcReduction="9999"/>
          </a:bodyPr>
          <a:lstStyle>
            <a:lvl1pPr indent="0" algn="l">
              <a:lnSpc>
                <a:spcPct val="100000"/>
              </a:lnSpc>
              <a:buNone/>
              <a:tabLst>
                <a:tab pos="0" algn="l"/>
              </a:tabLst>
              <a:defRPr lang="en-US" sz="12000" b="0" u="none" strike="noStrike">
                <a:solidFill>
                  <a:srgbClr val="000000"/>
                </a:solidFill>
                <a:effectLst/>
                <a:uFillTx/>
                <a:latin typeface="Arial"/>
              </a:defRPr>
            </a:lvl1pPr>
          </a:lstStyle>
          <a:p>
            <a:pPr indent="0" algn="l">
              <a:lnSpc>
                <a:spcPct val="100000"/>
              </a:lnSpc>
              <a:buNone/>
              <a:tabLst>
                <a:tab pos="0" algn="l"/>
              </a:tabLst>
            </a:pPr>
            <a:r>
              <a:rPr lang="en-US" sz="12000" b="0" u="none" strike="noStrike">
                <a:solidFill>
                  <a:srgbClr val="000000"/>
                </a:solidFill>
                <a:effectLst/>
                <a:uFillTx/>
                <a:latin typeface="Arial"/>
              </a:rPr>
              <a:t>Click to edit the title text format</a:t>
            </a:r>
            <a:endParaRPr lang="en-US" sz="12000" b="0" u="none" strike="noStrike">
              <a:solidFill>
                <a:srgbClr val="000000"/>
              </a:solidFill>
              <a:effectLst/>
              <a:uFillTx/>
              <a:latin typeface="Arial"/>
            </a:endParaRPr>
          </a:p>
        </p:txBody>
      </p:sp>
      <p:pic>
        <p:nvPicPr>
          <p:cNvPr id="193" name="Google Shape;418;p42" descr="A close up of a logo&#10;&#10;Description automatically generated"/>
          <p:cNvPicPr/>
          <p:nvPr/>
        </p:nvPicPr>
        <p:blipFill>
          <a:blip r:embed="rId3"/>
          <a:stretch/>
        </p:blipFill>
        <p:spPr>
          <a:xfrm>
            <a:off x="7193160" y="6248160"/>
            <a:ext cx="2355840" cy="2355840"/>
          </a:xfrm>
          <a:prstGeom prst="rect">
            <a:avLst/>
          </a:prstGeom>
          <a:noFill/>
          <a:ln w="0">
            <a:noFill/>
          </a:ln>
        </p:spPr>
      </p:pic>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ubtitle, and Content">
    <p:bg>
      <p:bgPr>
        <a:solidFill>
          <a:schemeClr val="dk1"/>
        </a:solidFill>
      </p:bgPr>
    </p:bg>
    <p:spTree>
      <p:nvGrpSpPr>
        <p:cNvPr id="1" name=""/>
        <p:cNvGrpSpPr/>
        <p:nvPr/>
      </p:nvGrpSpPr>
      <p:grpSpPr>
        <a:xfrm>
          <a:off x="0" y="0"/>
          <a:ext cx="0" cy="0"/>
          <a:chOff x="0" y="0"/>
          <a:chExt cx="0" cy="0"/>
        </a:xfrm>
      </p:grpSpPr>
      <p:grpSp>
        <p:nvGrpSpPr>
          <p:cNvPr id="194" name="Google Shape;10;p1"/>
          <p:cNvGrpSpPr/>
          <p:nvPr/>
        </p:nvGrpSpPr>
        <p:grpSpPr>
          <a:xfrm>
            <a:off x="34061400" y="19504440"/>
            <a:ext cx="2513160" cy="1071360"/>
            <a:chOff x="34061400" y="19504440"/>
            <a:chExt cx="2513160" cy="1071360"/>
          </a:xfrm>
        </p:grpSpPr>
        <p:sp>
          <p:nvSpPr>
            <p:cNvPr id="195"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196"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sp>
        <p:nvSpPr>
          <p:cNvPr id="197" name="PlaceHolder 1"/>
          <p:cNvSpPr>
            <a:spLocks noGrp="1"/>
          </p:cNvSpPr>
          <p:nvPr>
            <p:ph type="title"/>
          </p:nvPr>
        </p:nvSpPr>
        <p:spPr>
          <a:xfrm>
            <a:off x="1398960" y="2166120"/>
            <a:ext cx="33252840" cy="1968840"/>
          </a:xfrm>
          <a:prstGeom prst="rect">
            <a:avLst/>
          </a:prstGeom>
          <a:noFill/>
          <a:ln w="0">
            <a:noFill/>
          </a:ln>
        </p:spPr>
        <p:txBody>
          <a:bodyPr lIns="304920" tIns="152280" rIns="304920" bIns="152280" anchor="b">
            <a:noAutofit/>
          </a:bodyPr>
          <a:lstStyle>
            <a:lvl1pPr indent="0" algn="l">
              <a:lnSpc>
                <a:spcPct val="100000"/>
              </a:lnSpc>
              <a:buNone/>
              <a:tabLst>
                <a:tab pos="0" algn="l"/>
              </a:tabLst>
              <a:defRPr lang="en-US" sz="7200" b="0" u="none" strike="noStrike">
                <a:solidFill>
                  <a:srgbClr val="000000"/>
                </a:solidFill>
                <a:effectLst/>
                <a:uFillTx/>
                <a:latin typeface="Arial"/>
              </a:defRPr>
            </a:lvl1pPr>
          </a:lstStyle>
          <a:p>
            <a:pPr indent="0" algn="l">
              <a:lnSpc>
                <a:spcPct val="100000"/>
              </a:lnSpc>
              <a:buNone/>
              <a:tabLst>
                <a:tab pos="0" algn="l"/>
              </a:tabLst>
            </a:pPr>
            <a:r>
              <a:rPr lang="en-US" sz="7200" b="0" u="none" strike="noStrike">
                <a:solidFill>
                  <a:srgbClr val="000000"/>
                </a:solidFill>
                <a:effectLst/>
                <a:uFillTx/>
                <a:latin typeface="Arial"/>
              </a:rPr>
              <a:t>Click to edit the title text format</a:t>
            </a:r>
            <a:endParaRPr lang="en-US" sz="7200" b="0" u="none" strike="noStrike">
              <a:solidFill>
                <a:srgbClr val="000000"/>
              </a:solidFill>
              <a:effectLst/>
              <a:uFillTx/>
              <a:latin typeface="Arial"/>
            </a:endParaRPr>
          </a:p>
        </p:txBody>
      </p:sp>
      <p:sp>
        <p:nvSpPr>
          <p:cNvPr id="198" name="PlaceHolder 2"/>
          <p:cNvSpPr>
            <a:spLocks noGrp="1"/>
          </p:cNvSpPr>
          <p:nvPr>
            <p:ph type="body"/>
          </p:nvPr>
        </p:nvSpPr>
        <p:spPr>
          <a:xfrm>
            <a:off x="1455840" y="7010280"/>
            <a:ext cx="33160680" cy="12394440"/>
          </a:xfrm>
          <a:prstGeom prst="rect">
            <a:avLst/>
          </a:prstGeom>
          <a:noFill/>
          <a:ln w="0">
            <a:noFill/>
          </a:ln>
        </p:spPr>
        <p:txBody>
          <a:bodyPr lIns="304920" tIns="152280" rIns="304920" bIns="152280" anchor="t">
            <a:noAutofit/>
          </a:bodyPr>
          <a:lstStyle>
            <a:lvl1pPr algn="l">
              <a:lnSpc>
                <a:spcPct val="100000"/>
              </a:lnSpc>
              <a:spcBef>
                <a:spcPts val="1417"/>
              </a:spcBef>
              <a:buClr>
                <a:srgbClr val="000000"/>
              </a:buClr>
              <a:buSzPct val="45000"/>
              <a:buFont typeface="Wingdings" charset="2"/>
              <a:buChar char=""/>
              <a:defRPr lang="en-US" sz="67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67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67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67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67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67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6700" b="0" u="none" strike="noStrike">
                <a:solidFill>
                  <a:srgbClr val="000000"/>
                </a:solidFill>
                <a:effectLst/>
                <a:uFillTx/>
                <a:latin typeface="Arial"/>
              </a:defRPr>
            </a:lvl7pPr>
          </a:lstStyle>
          <a:p>
            <a:pPr marL="457200" indent="-654120" algn="l">
              <a:lnSpc>
                <a:spcPct val="100000"/>
              </a:lnSpc>
              <a:spcBef>
                <a:spcPts val="1417"/>
              </a:spcBef>
              <a:buClr>
                <a:srgbClr val="000000"/>
              </a:buClr>
              <a:buSzPct val="45000"/>
              <a:buFont typeface="Wingdings" charset="2"/>
              <a:buChar char=""/>
            </a:pPr>
            <a:r>
              <a:rPr lang="en-US" sz="6700" b="0" u="none" strike="noStrike">
                <a:solidFill>
                  <a:srgbClr val="000000"/>
                </a:solidFill>
                <a:effectLst/>
                <a:uFillTx/>
                <a:latin typeface="Arial"/>
              </a:rPr>
              <a:t>Click to edit the outline text format</a:t>
            </a:r>
            <a:endParaRPr lang="en-US" sz="6700" b="0" u="none" strike="noStrike">
              <a:solidFill>
                <a:srgbClr val="000000"/>
              </a:solidFill>
              <a:effectLst/>
              <a:uFillTx/>
              <a:latin typeface="Arial"/>
            </a:endParaRPr>
          </a:p>
          <a:p>
            <a:pPr marL="914400" lvl="1" indent="-654120" algn="l">
              <a:lnSpc>
                <a:spcPct val="100000"/>
              </a:lnSpc>
              <a:spcBef>
                <a:spcPts val="1134"/>
              </a:spcBef>
              <a:buClr>
                <a:srgbClr val="000000"/>
              </a:buClr>
              <a:buSzPct val="75000"/>
              <a:buFont typeface="Symbol" charset="2"/>
              <a:buChar char=""/>
            </a:pPr>
            <a:r>
              <a:rPr lang="en-US" sz="6700" b="0" u="none" strike="noStrike">
                <a:solidFill>
                  <a:srgbClr val="000000"/>
                </a:solidFill>
                <a:effectLst/>
                <a:uFillTx/>
                <a:latin typeface="Arial"/>
              </a:rPr>
              <a:t>Second Outline Level</a:t>
            </a:r>
            <a:endParaRPr lang="en-US" sz="6700" b="0" u="none" strike="noStrike">
              <a:solidFill>
                <a:srgbClr val="000000"/>
              </a:solidFill>
              <a:effectLst/>
              <a:uFillTx/>
              <a:latin typeface="Arial"/>
            </a:endParaRPr>
          </a:p>
          <a:p>
            <a:pPr marL="1371600" lvl="2" indent="-654120" algn="l">
              <a:lnSpc>
                <a:spcPct val="100000"/>
              </a:lnSpc>
              <a:spcBef>
                <a:spcPts val="850"/>
              </a:spcBef>
              <a:buClr>
                <a:srgbClr val="000000"/>
              </a:buClr>
              <a:buSzPct val="45000"/>
              <a:buFont typeface="Wingdings" charset="2"/>
              <a:buChar char=""/>
            </a:pPr>
            <a:r>
              <a:rPr lang="en-US" sz="6700" b="0" u="none" strike="noStrike">
                <a:solidFill>
                  <a:srgbClr val="000000"/>
                </a:solidFill>
                <a:effectLst/>
                <a:uFillTx/>
                <a:latin typeface="Arial"/>
              </a:rPr>
              <a:t>Third Outline Level</a:t>
            </a:r>
            <a:endParaRPr lang="en-US" sz="6700" b="0" u="none" strike="noStrike">
              <a:solidFill>
                <a:srgbClr val="000000"/>
              </a:solidFill>
              <a:effectLst/>
              <a:uFillTx/>
              <a:latin typeface="Arial"/>
            </a:endParaRPr>
          </a:p>
          <a:p>
            <a:pPr marL="1828800" lvl="3" indent="-609480" algn="l">
              <a:lnSpc>
                <a:spcPct val="100000"/>
              </a:lnSpc>
              <a:spcBef>
                <a:spcPts val="567"/>
              </a:spcBef>
              <a:buClr>
                <a:srgbClr val="000000"/>
              </a:buClr>
              <a:buSzPct val="75000"/>
              <a:buFont typeface="Symbol" charset="2"/>
              <a:buChar char=""/>
            </a:pPr>
            <a:r>
              <a:rPr lang="en-US" sz="6700" b="0" u="none" strike="noStrike">
                <a:solidFill>
                  <a:srgbClr val="000000"/>
                </a:solidFill>
                <a:effectLst/>
                <a:uFillTx/>
                <a:latin typeface="Arial"/>
              </a:rPr>
              <a:t>Fourth Outline Level</a:t>
            </a:r>
            <a:endParaRPr lang="en-US" sz="6700" b="0" u="none" strike="noStrike">
              <a:solidFill>
                <a:srgbClr val="000000"/>
              </a:solidFill>
              <a:effectLst/>
              <a:uFillTx/>
              <a:latin typeface="Arial"/>
            </a:endParaRPr>
          </a:p>
          <a:p>
            <a:pPr marL="2286000" lvl="4" indent="-654120" algn="l">
              <a:lnSpc>
                <a:spcPct val="100000"/>
              </a:lnSpc>
              <a:spcBef>
                <a:spcPts val="283"/>
              </a:spcBef>
              <a:buClr>
                <a:srgbClr val="000000"/>
              </a:buClr>
              <a:buSzPct val="45000"/>
              <a:buFont typeface="Wingdings" charset="2"/>
              <a:buChar char=""/>
            </a:pPr>
            <a:r>
              <a:rPr lang="en-US" sz="6700" b="0" u="none" strike="noStrike">
                <a:solidFill>
                  <a:srgbClr val="000000"/>
                </a:solidFill>
                <a:effectLst/>
                <a:uFillTx/>
                <a:latin typeface="Arial"/>
              </a:rPr>
              <a:t>Fifth Outline Level</a:t>
            </a:r>
            <a:endParaRPr lang="en-US" sz="6700" b="0" u="none" strike="noStrike">
              <a:solidFill>
                <a:srgbClr val="000000"/>
              </a:solidFill>
              <a:effectLst/>
              <a:uFillTx/>
              <a:latin typeface="Arial"/>
            </a:endParaRPr>
          </a:p>
          <a:p>
            <a:pPr marL="2743200" lvl="5" indent="-609480" algn="l">
              <a:lnSpc>
                <a:spcPct val="100000"/>
              </a:lnSpc>
              <a:spcBef>
                <a:spcPts val="283"/>
              </a:spcBef>
              <a:buClr>
                <a:srgbClr val="000000"/>
              </a:buClr>
              <a:buSzPct val="45000"/>
              <a:buFont typeface="Wingdings" charset="2"/>
              <a:buChar char=""/>
            </a:pPr>
            <a:r>
              <a:rPr lang="en-US" sz="6700" b="0" u="none" strike="noStrike">
                <a:solidFill>
                  <a:srgbClr val="000000"/>
                </a:solidFill>
                <a:effectLst/>
                <a:uFillTx/>
                <a:latin typeface="Arial"/>
              </a:rPr>
              <a:t>Sixth Outline Level</a:t>
            </a:r>
            <a:endParaRPr lang="en-US" sz="6700" b="0" u="none" strike="noStrike">
              <a:solidFill>
                <a:srgbClr val="000000"/>
              </a:solidFill>
              <a:effectLst/>
              <a:uFillTx/>
              <a:latin typeface="Arial"/>
            </a:endParaRPr>
          </a:p>
          <a:p>
            <a:pPr marL="3200400" lvl="6" indent="-609480" algn="l">
              <a:lnSpc>
                <a:spcPct val="100000"/>
              </a:lnSpc>
              <a:spcBef>
                <a:spcPts val="283"/>
              </a:spcBef>
              <a:buClr>
                <a:srgbClr val="000000"/>
              </a:buClr>
              <a:buSzPct val="45000"/>
              <a:buFont typeface="Wingdings" charset="2"/>
              <a:buChar char=""/>
            </a:pPr>
            <a:r>
              <a:rPr lang="en-US" sz="6700" b="0" u="none" strike="noStrike">
                <a:solidFill>
                  <a:srgbClr val="000000"/>
                </a:solidFill>
                <a:effectLst/>
                <a:uFillTx/>
                <a:latin typeface="Arial"/>
              </a:rPr>
              <a:t>Seventh Outline Level</a:t>
            </a:r>
            <a:endParaRPr lang="en-US" sz="6700" b="0" u="none" strike="noStrike">
              <a:solidFill>
                <a:srgbClr val="000000"/>
              </a:solidFill>
              <a:effectLst/>
              <a:uFillTx/>
              <a:latin typeface="Arial"/>
            </a:endParaRPr>
          </a:p>
        </p:txBody>
      </p:sp>
      <p:sp>
        <p:nvSpPr>
          <p:cNvPr id="199" name="PlaceHolder 3"/>
          <p:cNvSpPr>
            <a:spLocks noGrp="1"/>
          </p:cNvSpPr>
          <p:nvPr>
            <p:ph type="body"/>
          </p:nvPr>
        </p:nvSpPr>
        <p:spPr>
          <a:xfrm>
            <a:off x="1398960" y="3960000"/>
            <a:ext cx="33252840" cy="1750680"/>
          </a:xfrm>
          <a:prstGeom prst="rect">
            <a:avLst/>
          </a:prstGeom>
          <a:noFill/>
          <a:ln w="0">
            <a:noFill/>
          </a:ln>
        </p:spPr>
        <p:txBody>
          <a:bodyPr lIns="304920" tIns="152280" rIns="304920" bIns="152280" anchor="t">
            <a:noAutofit/>
          </a:bodyPr>
          <a:lstStyle>
            <a:lvl1pPr algn="l">
              <a:lnSpc>
                <a:spcPct val="100000"/>
              </a:lnSpc>
              <a:spcBef>
                <a:spcPts val="1417"/>
              </a:spcBef>
              <a:buClr>
                <a:srgbClr val="000000"/>
              </a:buClr>
              <a:buSzPct val="45000"/>
              <a:buFont typeface="Wingdings" charset="2"/>
              <a:buChar char=""/>
              <a:defRPr lang="en-US" sz="8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8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8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8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8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8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8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8000" b="0" u="none" strike="noStrike">
                <a:solidFill>
                  <a:srgbClr val="000000"/>
                </a:solidFill>
                <a:effectLst/>
                <a:uFillTx/>
                <a:latin typeface="Arial"/>
              </a:rPr>
              <a:t>Click to edit the outline text format</a:t>
            </a:r>
            <a:endParaRPr lang="en-US" sz="8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8000" b="0" u="none" strike="noStrike">
                <a:solidFill>
                  <a:srgbClr val="000000"/>
                </a:solidFill>
                <a:effectLst/>
                <a:uFillTx/>
                <a:latin typeface="Arial"/>
              </a:rPr>
              <a:t>Second Outline Level</a:t>
            </a:r>
            <a:endParaRPr lang="en-US" sz="8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8000" b="0" u="none" strike="noStrike">
                <a:solidFill>
                  <a:srgbClr val="000000"/>
                </a:solidFill>
                <a:effectLst/>
                <a:uFillTx/>
                <a:latin typeface="Arial"/>
              </a:rPr>
              <a:t>Third Outline Level</a:t>
            </a:r>
            <a:endParaRPr lang="en-US" sz="8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8000" b="0" u="none" strike="noStrike">
                <a:solidFill>
                  <a:srgbClr val="000000"/>
                </a:solidFill>
                <a:effectLst/>
                <a:uFillTx/>
                <a:latin typeface="Arial"/>
              </a:rPr>
              <a:t>Fourth Outline Level</a:t>
            </a:r>
            <a:endParaRPr lang="en-US" sz="8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8000" b="0" u="none" strike="noStrike">
                <a:solidFill>
                  <a:srgbClr val="000000"/>
                </a:solidFill>
                <a:effectLst/>
                <a:uFillTx/>
                <a:latin typeface="Arial"/>
              </a:rPr>
              <a:t>Fifth Outline Level</a:t>
            </a:r>
            <a:endParaRPr lang="en-US" sz="8000" b="0" u="none" strike="noStrike">
              <a:solidFill>
                <a:srgbClr val="000000"/>
              </a:solidFill>
              <a:effectLst/>
              <a:uFillTx/>
              <a:latin typeface="Arial"/>
            </a:endParaRPr>
          </a:p>
          <a:p>
            <a:pPr marL="2743200" lvl="5" indent="-609480" algn="l">
              <a:lnSpc>
                <a:spcPct val="100000"/>
              </a:lnSpc>
              <a:spcBef>
                <a:spcPts val="283"/>
              </a:spcBef>
              <a:buClr>
                <a:srgbClr val="000000"/>
              </a:buClr>
              <a:buSzPct val="45000"/>
              <a:buFont typeface="Wingdings" charset="2"/>
              <a:buChar char=""/>
            </a:pPr>
            <a:r>
              <a:rPr lang="en-US" sz="8000" b="0" u="none" strike="noStrike">
                <a:solidFill>
                  <a:srgbClr val="000000"/>
                </a:solidFill>
                <a:effectLst/>
                <a:uFillTx/>
                <a:latin typeface="Arial"/>
              </a:rPr>
              <a:t>Sixth Outline Level</a:t>
            </a:r>
            <a:endParaRPr lang="en-US" sz="8000" b="0" u="none" strike="noStrike">
              <a:solidFill>
                <a:srgbClr val="000000"/>
              </a:solidFill>
              <a:effectLst/>
              <a:uFillTx/>
              <a:latin typeface="Arial"/>
            </a:endParaRPr>
          </a:p>
          <a:p>
            <a:pPr marL="3200400" lvl="6" indent="-609480" algn="l">
              <a:lnSpc>
                <a:spcPct val="100000"/>
              </a:lnSpc>
              <a:spcBef>
                <a:spcPts val="283"/>
              </a:spcBef>
              <a:buClr>
                <a:srgbClr val="000000"/>
              </a:buClr>
              <a:buSzPct val="45000"/>
              <a:buFont typeface="Wingdings" charset="2"/>
              <a:buChar char=""/>
            </a:pPr>
            <a:r>
              <a:rPr lang="en-US" sz="8000" b="0" u="none" strike="noStrike">
                <a:solidFill>
                  <a:srgbClr val="000000"/>
                </a:solidFill>
                <a:effectLst/>
                <a:uFillTx/>
                <a:latin typeface="Arial"/>
              </a:rPr>
              <a:t>Seventh Outline Level</a:t>
            </a:r>
            <a:endParaRPr lang="en-US" sz="8000" b="0" u="none" strike="noStrike">
              <a:solidFill>
                <a:srgbClr val="000000"/>
              </a:solidFill>
              <a:effectLst/>
              <a:uFillTx/>
              <a:latin typeface="Arial"/>
            </a:endParaRPr>
          </a:p>
        </p:txBody>
      </p:sp>
      <p:grpSp>
        <p:nvGrpSpPr>
          <p:cNvPr id="200" name="Google Shape;423;p43"/>
          <p:cNvGrpSpPr/>
          <p:nvPr/>
        </p:nvGrpSpPr>
        <p:grpSpPr>
          <a:xfrm>
            <a:off x="-93600" y="0"/>
            <a:ext cx="621720" cy="20572200"/>
            <a:chOff x="-93600" y="0"/>
            <a:chExt cx="621720" cy="20572200"/>
          </a:xfrm>
        </p:grpSpPr>
        <p:sp>
          <p:nvSpPr>
            <p:cNvPr id="201" name="Google Shape;424;p43"/>
            <p:cNvSpPr/>
            <p:nvPr/>
          </p:nvSpPr>
          <p:spPr>
            <a:xfrm>
              <a:off x="-93600" y="15462720"/>
              <a:ext cx="621720" cy="5109480"/>
            </a:xfrm>
            <a:prstGeom prst="rect">
              <a:avLst/>
            </a:prstGeom>
            <a:solidFill>
              <a:srgbClr val="F1562D"/>
            </a:solidFill>
            <a:ln w="0">
              <a:noFill/>
            </a:ln>
          </p:spPr>
          <p:style>
            <a:lnRef idx="0"/>
            <a:fillRef idx="0"/>
            <a:effectRef idx="0"/>
            <a:fontRef idx="minor"/>
          </p:style>
          <p:txBody>
            <a:bodyPr lIns="200520" tIns="152280" rIns="200520" bIns="152280" anchor="ctr">
              <a:noAutofit/>
            </a:bodyPr>
            <a:p>
              <a:endParaRPr lang="en-US" sz="1400" b="0" u="none" strike="noStrike">
                <a:solidFill>
                  <a:srgbClr val="FFFFFF"/>
                </a:solidFill>
                <a:effectLst/>
                <a:uFillTx/>
                <a:latin typeface="Arial"/>
              </a:endParaRPr>
            </a:p>
          </p:txBody>
        </p:sp>
        <p:sp>
          <p:nvSpPr>
            <p:cNvPr id="202" name="Google Shape;425;p43"/>
            <p:cNvSpPr/>
            <p:nvPr/>
          </p:nvSpPr>
          <p:spPr>
            <a:xfrm>
              <a:off x="-93600" y="0"/>
              <a:ext cx="621720" cy="17819280"/>
            </a:xfrm>
            <a:prstGeom prst="rect">
              <a:avLst/>
            </a:prstGeom>
            <a:solidFill>
              <a:srgbClr val="298EC2"/>
            </a:solidFill>
            <a:ln w="0">
              <a:noFill/>
            </a:ln>
          </p:spPr>
          <p:style>
            <a:lnRef idx="0"/>
            <a:fillRef idx="0"/>
            <a:effectRef idx="0"/>
            <a:fontRef idx="minor"/>
          </p:style>
          <p:txBody>
            <a:bodyPr lIns="200520" tIns="152280" rIns="200520" bIns="152280" anchor="ctr">
              <a:noAutofit/>
            </a:bodyPr>
            <a:p>
              <a:endParaRPr lang="en-US" sz="1400" b="0" u="none" strike="noStrike">
                <a:solidFill>
                  <a:srgbClr val="FFFFFF"/>
                </a:solidFill>
                <a:effectLst/>
                <a:uFillTx/>
                <a:latin typeface="Arial"/>
              </a:endParaRPr>
            </a:p>
          </p:txBody>
        </p:sp>
      </p:gr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losing Slide">
    <p:bg>
      <p:bgPr>
        <a:solidFill>
          <a:schemeClr val="dk1"/>
        </a:solidFill>
      </p:bgPr>
    </p:bg>
    <p:spTree>
      <p:nvGrpSpPr>
        <p:cNvPr id="1" name=""/>
        <p:cNvGrpSpPr/>
        <p:nvPr/>
      </p:nvGrpSpPr>
      <p:grpSpPr>
        <a:xfrm>
          <a:off x="0" y="0"/>
          <a:ext cx="0" cy="0"/>
          <a:chOff x="0" y="0"/>
          <a:chExt cx="0" cy="0"/>
        </a:xfrm>
      </p:grpSpPr>
      <p:grpSp>
        <p:nvGrpSpPr>
          <p:cNvPr id="203" name="Google Shape;10;p1"/>
          <p:cNvGrpSpPr/>
          <p:nvPr/>
        </p:nvGrpSpPr>
        <p:grpSpPr>
          <a:xfrm>
            <a:off x="34061400" y="19504440"/>
            <a:ext cx="2513160" cy="1071360"/>
            <a:chOff x="34061400" y="19504440"/>
            <a:chExt cx="2513160" cy="1071360"/>
          </a:xfrm>
        </p:grpSpPr>
        <p:sp>
          <p:nvSpPr>
            <p:cNvPr id="204"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205"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pic>
        <p:nvPicPr>
          <p:cNvPr id="206" name="Google Shape;24;p5" descr="A green and white background&#10;&#10;Description automatically generated"/>
          <p:cNvPicPr/>
          <p:nvPr/>
        </p:nvPicPr>
        <p:blipFill>
          <a:blip r:embed="rId3"/>
          <a:stretch/>
        </p:blipFill>
        <p:spPr>
          <a:xfrm>
            <a:off x="0" y="0"/>
            <a:ext cx="36574560" cy="20572560"/>
          </a:xfrm>
          <a:prstGeom prst="rect">
            <a:avLst/>
          </a:prstGeom>
          <a:noFill/>
          <a:ln w="0">
            <a:noFill/>
          </a:ln>
        </p:spPr>
      </p:pic>
      <p:pic>
        <p:nvPicPr>
          <p:cNvPr id="207" name="Google Shape;25;p5" descr="A picture containing graphics, logo, symbol, graphic design&#10;&#10;Description automatically generated"/>
          <p:cNvPicPr/>
          <p:nvPr/>
        </p:nvPicPr>
        <p:blipFill>
          <a:blip r:embed="rId4"/>
          <a:stretch/>
        </p:blipFill>
        <p:spPr>
          <a:xfrm>
            <a:off x="816120" y="773640"/>
            <a:ext cx="8364600" cy="2880720"/>
          </a:xfrm>
          <a:prstGeom prst="rect">
            <a:avLst/>
          </a:prstGeom>
          <a:noFill/>
          <a:ln w="0">
            <a:noFill/>
          </a:ln>
        </p:spPr>
      </p:pic>
      <p:sp>
        <p:nvSpPr>
          <p:cNvPr id="208" name="PlaceHolder 1"/>
          <p:cNvSpPr>
            <a:spLocks noGrp="1"/>
          </p:cNvSpPr>
          <p:nvPr>
            <p:ph type="title"/>
          </p:nvPr>
        </p:nvSpPr>
        <p:spPr>
          <a:xfrm>
            <a:off x="1828800" y="820800"/>
            <a:ext cx="32917680" cy="343512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rgbClr val="000000"/>
                </a:solidFill>
                <a:effectLst/>
                <a:uFillTx/>
                <a:latin typeface="Arial"/>
              </a:defRPr>
            </a:lvl1pPr>
          </a:lstStyle>
          <a:p>
            <a:pPr indent="0" algn="ctr">
              <a:lnSpc>
                <a:spcPct val="100000"/>
              </a:lnSpc>
              <a:buNone/>
              <a:tabLst>
                <a:tab pos="0" algn="l"/>
              </a:tabLst>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209" name="PlaceHolder 2"/>
          <p:cNvSpPr>
            <a:spLocks noGrp="1"/>
          </p:cNvSpPr>
          <p:nvPr>
            <p:ph type="body"/>
          </p:nvPr>
        </p:nvSpPr>
        <p:spPr>
          <a:xfrm>
            <a:off x="1828800" y="4814280"/>
            <a:ext cx="32917680" cy="119322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FIDENTIAL_Two Column">
    <p:bg>
      <p:bgPr>
        <a:solidFill>
          <a:schemeClr val="dk1"/>
        </a:solidFill>
      </p:bgPr>
    </p:bg>
    <p:spTree>
      <p:nvGrpSpPr>
        <p:cNvPr id="1" name=""/>
        <p:cNvGrpSpPr/>
        <p:nvPr/>
      </p:nvGrpSpPr>
      <p:grpSpPr>
        <a:xfrm>
          <a:off x="0" y="0"/>
          <a:ext cx="0" cy="0"/>
          <a:chOff x="0" y="0"/>
          <a:chExt cx="0" cy="0"/>
        </a:xfrm>
      </p:grpSpPr>
      <p:grpSp>
        <p:nvGrpSpPr>
          <p:cNvPr id="210" name="Google Shape;10;p1"/>
          <p:cNvGrpSpPr/>
          <p:nvPr/>
        </p:nvGrpSpPr>
        <p:grpSpPr>
          <a:xfrm>
            <a:off x="34061400" y="19504440"/>
            <a:ext cx="2513160" cy="1071360"/>
            <a:chOff x="34061400" y="19504440"/>
            <a:chExt cx="2513160" cy="1071360"/>
          </a:xfrm>
        </p:grpSpPr>
        <p:sp>
          <p:nvSpPr>
            <p:cNvPr id="211"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212"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sp>
        <p:nvSpPr>
          <p:cNvPr id="213" name="PlaceHolder 1"/>
          <p:cNvSpPr>
            <a:spLocks noGrp="1"/>
          </p:cNvSpPr>
          <p:nvPr>
            <p:ph type="title"/>
          </p:nvPr>
        </p:nvSpPr>
        <p:spPr>
          <a:xfrm>
            <a:off x="2514600" y="0"/>
            <a:ext cx="31545360" cy="251316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7200" b="0" u="none" strike="noStrike">
                <a:solidFill>
                  <a:srgbClr val="000000"/>
                </a:solidFill>
                <a:effectLst/>
                <a:uFillTx/>
                <a:latin typeface="Arial"/>
              </a:defRPr>
            </a:lvl1pPr>
          </a:lstStyle>
          <a:p>
            <a:pPr indent="0" algn="l">
              <a:lnSpc>
                <a:spcPct val="100000"/>
              </a:lnSpc>
              <a:buNone/>
              <a:tabLst>
                <a:tab pos="0" algn="l"/>
              </a:tabLst>
            </a:pPr>
            <a:r>
              <a:rPr lang="en-US" sz="7200" b="0" u="none" strike="noStrike">
                <a:solidFill>
                  <a:srgbClr val="000000"/>
                </a:solidFill>
                <a:effectLst/>
                <a:uFillTx/>
                <a:latin typeface="Arial"/>
              </a:rPr>
              <a:t>Click to edit the title text format</a:t>
            </a:r>
            <a:endParaRPr lang="en-US" sz="7200" b="0" u="none" strike="noStrike">
              <a:solidFill>
                <a:srgbClr val="000000"/>
              </a:solidFill>
              <a:effectLst/>
              <a:uFillTx/>
              <a:latin typeface="Arial"/>
            </a:endParaRPr>
          </a:p>
        </p:txBody>
      </p:sp>
      <p:sp>
        <p:nvSpPr>
          <p:cNvPr id="214" name="PlaceHolder 2"/>
          <p:cNvSpPr>
            <a:spLocks noGrp="1"/>
          </p:cNvSpPr>
          <p:nvPr>
            <p:ph type="body"/>
          </p:nvPr>
        </p:nvSpPr>
        <p:spPr>
          <a:xfrm>
            <a:off x="2514600" y="2487240"/>
            <a:ext cx="31545360" cy="14068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800" b="0" u="none" strike="noStrike">
                <a:solidFill>
                  <a:srgbClr val="000000"/>
                </a:solidFill>
                <a:effectLst/>
                <a:uFillTx/>
                <a:latin typeface="Arial"/>
              </a:rPr>
              <a:t>Click to edit the outline text format</a:t>
            </a:r>
            <a:endParaRPr lang="en-US" sz="4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800" b="0" u="none" strike="noStrike">
                <a:solidFill>
                  <a:srgbClr val="000000"/>
                </a:solidFill>
                <a:effectLst/>
                <a:uFillTx/>
                <a:latin typeface="Arial"/>
              </a:rPr>
              <a:t>Second Outline Level</a:t>
            </a:r>
            <a:endParaRPr lang="en-US" sz="4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800" b="0" u="none" strike="noStrike">
                <a:solidFill>
                  <a:srgbClr val="000000"/>
                </a:solidFill>
                <a:effectLst/>
                <a:uFillTx/>
                <a:latin typeface="Arial"/>
              </a:rPr>
              <a:t>Third Outline Level</a:t>
            </a:r>
            <a:endParaRPr lang="en-US" sz="4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800" b="0" u="none" strike="noStrike">
                <a:solidFill>
                  <a:srgbClr val="000000"/>
                </a:solidFill>
                <a:effectLst/>
                <a:uFillTx/>
                <a:latin typeface="Arial"/>
              </a:rPr>
              <a:t>Fourth Outline Level</a:t>
            </a:r>
            <a:endParaRPr lang="en-US" sz="4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Fifth Outline Level</a:t>
            </a:r>
            <a:endParaRPr lang="en-US" sz="4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Sixth Outline Level</a:t>
            </a:r>
            <a:endParaRPr lang="en-US" sz="4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Seventh Outline Level</a:t>
            </a:r>
            <a:endParaRPr lang="en-US" sz="4800" b="0" u="none" strike="noStrike">
              <a:solidFill>
                <a:srgbClr val="000000"/>
              </a:solidFill>
              <a:effectLst/>
              <a:uFillTx/>
              <a:latin typeface="Arial"/>
            </a:endParaRPr>
          </a:p>
        </p:txBody>
      </p:sp>
      <p:sp>
        <p:nvSpPr>
          <p:cNvPr id="215" name="PlaceHolder 3"/>
          <p:cNvSpPr>
            <a:spLocks noGrp="1"/>
          </p:cNvSpPr>
          <p:nvPr>
            <p:ph type="body"/>
          </p:nvPr>
        </p:nvSpPr>
        <p:spPr>
          <a:xfrm>
            <a:off x="2514600" y="4846320"/>
            <a:ext cx="15214320" cy="136504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4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4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4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7pPr>
          </a:lstStyle>
          <a:p>
            <a:pPr marL="457200" indent="-507960" algn="l">
              <a:lnSpc>
                <a:spcPct val="100000"/>
              </a:lnSpc>
              <a:spcBef>
                <a:spcPts val="1417"/>
              </a:spcBef>
              <a:buClr>
                <a:srgbClr val="000000"/>
              </a:buClr>
              <a:buSzPct val="45000"/>
              <a:buFont typeface="Wingdings" charset="2"/>
              <a:buChar char=""/>
            </a:pPr>
            <a:r>
              <a:rPr lang="en-US" sz="4400" b="0" u="none" strike="noStrike">
                <a:solidFill>
                  <a:srgbClr val="000000"/>
                </a:solidFill>
                <a:effectLst/>
                <a:uFillTx/>
                <a:latin typeface="Arial"/>
              </a:rPr>
              <a:t>Click to edit the outline text format</a:t>
            </a:r>
            <a:endParaRPr lang="en-US" sz="4400" b="0" u="none" strike="noStrike">
              <a:solidFill>
                <a:srgbClr val="000000"/>
              </a:solidFill>
              <a:effectLst/>
              <a:uFillTx/>
              <a:latin typeface="Arial"/>
            </a:endParaRPr>
          </a:p>
          <a:p>
            <a:pPr marL="914400" lvl="1" indent="-482760" algn="l">
              <a:lnSpc>
                <a:spcPct val="100000"/>
              </a:lnSpc>
              <a:spcBef>
                <a:spcPts val="1134"/>
              </a:spcBef>
              <a:buClr>
                <a:srgbClr val="000000"/>
              </a:buClr>
              <a:buSzPct val="75000"/>
              <a:buFont typeface="Symbol" charset="2"/>
              <a:buChar char=""/>
            </a:pPr>
            <a:r>
              <a:rPr lang="en-US" sz="4400" b="0" u="none" strike="noStrike">
                <a:solidFill>
                  <a:srgbClr val="000000"/>
                </a:solidFill>
                <a:effectLst/>
                <a:uFillTx/>
                <a:latin typeface="Arial"/>
              </a:rPr>
              <a:t>Second Outline Level</a:t>
            </a:r>
            <a:endParaRPr lang="en-US" sz="4400" b="0" u="none" strike="noStrike">
              <a:solidFill>
                <a:srgbClr val="000000"/>
              </a:solidFill>
              <a:effectLst/>
              <a:uFillTx/>
              <a:latin typeface="Arial"/>
            </a:endParaRPr>
          </a:p>
          <a:p>
            <a:pPr marL="1371600" lvl="2" indent="-457200" algn="l">
              <a:lnSpc>
                <a:spcPct val="100000"/>
              </a:lnSpc>
              <a:spcBef>
                <a:spcPts val="850"/>
              </a:spcBef>
              <a:buClr>
                <a:srgbClr val="000000"/>
              </a:buClr>
              <a:buSzPct val="45000"/>
              <a:buFont typeface="Wingdings" charset="2"/>
              <a:buChar char=""/>
            </a:pPr>
            <a:r>
              <a:rPr lang="en-US" sz="4400" b="0" u="none" strike="noStrike">
                <a:solidFill>
                  <a:srgbClr val="000000"/>
                </a:solidFill>
                <a:effectLst/>
                <a:uFillTx/>
                <a:latin typeface="Arial"/>
              </a:rPr>
              <a:t>Third Outline Level</a:t>
            </a:r>
            <a:endParaRPr lang="en-US" sz="4400" b="0" u="none" strike="noStrike">
              <a:solidFill>
                <a:srgbClr val="000000"/>
              </a:solidFill>
              <a:effectLst/>
              <a:uFillTx/>
              <a:latin typeface="Arial"/>
            </a:endParaRPr>
          </a:p>
          <a:p>
            <a:pPr marL="1828800" lvl="3" indent="-431640" algn="l">
              <a:lnSpc>
                <a:spcPct val="100000"/>
              </a:lnSpc>
              <a:spcBef>
                <a:spcPts val="567"/>
              </a:spcBef>
              <a:buClr>
                <a:srgbClr val="000000"/>
              </a:buClr>
              <a:buSzPct val="75000"/>
              <a:buFont typeface="Symbol" charset="2"/>
              <a:buChar char=""/>
            </a:pPr>
            <a:r>
              <a:rPr lang="en-US" sz="4400" b="0" u="none" strike="noStrike">
                <a:solidFill>
                  <a:srgbClr val="000000"/>
                </a:solidFill>
                <a:effectLst/>
                <a:uFillTx/>
                <a:latin typeface="Arial"/>
              </a:rPr>
              <a:t>Fourth Outline Level</a:t>
            </a:r>
            <a:endParaRPr lang="en-US" sz="4400" b="0" u="none" strike="noStrike">
              <a:solidFill>
                <a:srgbClr val="000000"/>
              </a:solidFill>
              <a:effectLst/>
              <a:uFillTx/>
              <a:latin typeface="Arial"/>
            </a:endParaRPr>
          </a:p>
          <a:p>
            <a:pPr marL="2286000" lvl="4" indent="-40644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Fifth Outline Level</a:t>
            </a:r>
            <a:endParaRPr lang="en-US" sz="44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Sixth Outline Level</a:t>
            </a:r>
            <a:endParaRPr lang="en-US" sz="44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Seventh Outline Level</a:t>
            </a:r>
            <a:endParaRPr lang="en-US" sz="4400" b="0" u="none" strike="noStrike">
              <a:solidFill>
                <a:srgbClr val="000000"/>
              </a:solidFill>
              <a:effectLst/>
              <a:uFillTx/>
              <a:latin typeface="Arial"/>
            </a:endParaRPr>
          </a:p>
        </p:txBody>
      </p:sp>
      <p:sp>
        <p:nvSpPr>
          <p:cNvPr id="216" name="PlaceHolder 4"/>
          <p:cNvSpPr>
            <a:spLocks noGrp="1"/>
          </p:cNvSpPr>
          <p:nvPr>
            <p:ph type="body"/>
          </p:nvPr>
        </p:nvSpPr>
        <p:spPr>
          <a:xfrm>
            <a:off x="18845640" y="4846320"/>
            <a:ext cx="15214320" cy="136504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4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4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4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7pPr>
          </a:lstStyle>
          <a:p>
            <a:pPr marL="457200" indent="-507960" algn="l">
              <a:lnSpc>
                <a:spcPct val="100000"/>
              </a:lnSpc>
              <a:spcBef>
                <a:spcPts val="1417"/>
              </a:spcBef>
              <a:buClr>
                <a:srgbClr val="000000"/>
              </a:buClr>
              <a:buSzPct val="45000"/>
              <a:buFont typeface="Wingdings" charset="2"/>
              <a:buChar char=""/>
            </a:pPr>
            <a:r>
              <a:rPr lang="en-US" sz="4400" b="0" u="none" strike="noStrike">
                <a:solidFill>
                  <a:srgbClr val="000000"/>
                </a:solidFill>
                <a:effectLst/>
                <a:uFillTx/>
                <a:latin typeface="Arial"/>
              </a:rPr>
              <a:t>Click to edit the outline text format</a:t>
            </a:r>
            <a:endParaRPr lang="en-US" sz="4400" b="0" u="none" strike="noStrike">
              <a:solidFill>
                <a:srgbClr val="000000"/>
              </a:solidFill>
              <a:effectLst/>
              <a:uFillTx/>
              <a:latin typeface="Arial"/>
            </a:endParaRPr>
          </a:p>
          <a:p>
            <a:pPr marL="914400" lvl="1" indent="-482760" algn="l">
              <a:lnSpc>
                <a:spcPct val="100000"/>
              </a:lnSpc>
              <a:spcBef>
                <a:spcPts val="1134"/>
              </a:spcBef>
              <a:buClr>
                <a:srgbClr val="000000"/>
              </a:buClr>
              <a:buSzPct val="75000"/>
              <a:buFont typeface="Symbol" charset="2"/>
              <a:buChar char=""/>
            </a:pPr>
            <a:r>
              <a:rPr lang="en-US" sz="4400" b="0" u="none" strike="noStrike">
                <a:solidFill>
                  <a:srgbClr val="000000"/>
                </a:solidFill>
                <a:effectLst/>
                <a:uFillTx/>
                <a:latin typeface="Arial"/>
              </a:rPr>
              <a:t>Second Outline Level</a:t>
            </a:r>
            <a:endParaRPr lang="en-US" sz="4400" b="0" u="none" strike="noStrike">
              <a:solidFill>
                <a:srgbClr val="000000"/>
              </a:solidFill>
              <a:effectLst/>
              <a:uFillTx/>
              <a:latin typeface="Arial"/>
            </a:endParaRPr>
          </a:p>
          <a:p>
            <a:pPr marL="1371600" lvl="2" indent="-457200" algn="l">
              <a:lnSpc>
                <a:spcPct val="100000"/>
              </a:lnSpc>
              <a:spcBef>
                <a:spcPts val="850"/>
              </a:spcBef>
              <a:buClr>
                <a:srgbClr val="000000"/>
              </a:buClr>
              <a:buSzPct val="45000"/>
              <a:buFont typeface="Wingdings" charset="2"/>
              <a:buChar char=""/>
            </a:pPr>
            <a:r>
              <a:rPr lang="en-US" sz="4400" b="0" u="none" strike="noStrike">
                <a:solidFill>
                  <a:srgbClr val="000000"/>
                </a:solidFill>
                <a:effectLst/>
                <a:uFillTx/>
                <a:latin typeface="Arial"/>
              </a:rPr>
              <a:t>Third Outline Level</a:t>
            </a:r>
            <a:endParaRPr lang="en-US" sz="4400" b="0" u="none" strike="noStrike">
              <a:solidFill>
                <a:srgbClr val="000000"/>
              </a:solidFill>
              <a:effectLst/>
              <a:uFillTx/>
              <a:latin typeface="Arial"/>
            </a:endParaRPr>
          </a:p>
          <a:p>
            <a:pPr marL="1828800" lvl="3" indent="-431640" algn="l">
              <a:lnSpc>
                <a:spcPct val="100000"/>
              </a:lnSpc>
              <a:spcBef>
                <a:spcPts val="567"/>
              </a:spcBef>
              <a:buClr>
                <a:srgbClr val="000000"/>
              </a:buClr>
              <a:buSzPct val="75000"/>
              <a:buFont typeface="Symbol" charset="2"/>
              <a:buChar char=""/>
            </a:pPr>
            <a:r>
              <a:rPr lang="en-US" sz="4400" b="0" u="none" strike="noStrike">
                <a:solidFill>
                  <a:srgbClr val="000000"/>
                </a:solidFill>
                <a:effectLst/>
                <a:uFillTx/>
                <a:latin typeface="Arial"/>
              </a:rPr>
              <a:t>Fourth Outline Level</a:t>
            </a:r>
            <a:endParaRPr lang="en-US" sz="4400" b="0" u="none" strike="noStrike">
              <a:solidFill>
                <a:srgbClr val="000000"/>
              </a:solidFill>
              <a:effectLst/>
              <a:uFillTx/>
              <a:latin typeface="Arial"/>
            </a:endParaRPr>
          </a:p>
          <a:p>
            <a:pPr marL="2286000" lvl="4" indent="-40644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Fifth Outline Level</a:t>
            </a:r>
            <a:endParaRPr lang="en-US" sz="44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Sixth Outline Level</a:t>
            </a:r>
            <a:endParaRPr lang="en-US" sz="44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Seventh Outline Level</a:t>
            </a:r>
            <a:endParaRPr lang="en-US" sz="4400" b="0" u="none" strike="noStrike">
              <a:solidFill>
                <a:srgbClr val="000000"/>
              </a:solidFill>
              <a:effectLst/>
              <a:uFillTx/>
              <a:latin typeface="Arial"/>
            </a:endParaRPr>
          </a:p>
        </p:txBody>
      </p:sp>
      <p:sp>
        <p:nvSpPr>
          <p:cNvPr id="217" name="Google Shape;61;p12"/>
          <p:cNvSpPr/>
          <p:nvPr/>
        </p:nvSpPr>
        <p:spPr>
          <a:xfrm>
            <a:off x="708480" y="19635840"/>
            <a:ext cx="6503400" cy="444960"/>
          </a:xfrm>
          <a:prstGeom prst="rect">
            <a:avLst/>
          </a:prstGeom>
          <a:noFill/>
          <a:ln w="0">
            <a:noFill/>
          </a:ln>
        </p:spPr>
        <p:style>
          <a:lnRef idx="0"/>
          <a:fillRef idx="0"/>
          <a:effectRef idx="0"/>
          <a:fontRef idx="minor"/>
        </p:style>
        <p:txBody>
          <a:bodyPr lIns="90000" tIns="45000" rIns="90000" bIns="45000" anchor="t">
            <a:spAutoFit/>
          </a:bodyPr>
          <a:p>
            <a:pPr>
              <a:lnSpc>
                <a:spcPct val="100000"/>
              </a:lnSpc>
              <a:tabLst>
                <a:tab pos="0" algn="l"/>
              </a:tabLst>
            </a:pPr>
            <a:r>
              <a:rPr lang="en-IN" sz="2300" b="0" u="none" strike="noStrike">
                <a:solidFill>
                  <a:schemeClr val="lt1"/>
                </a:solidFill>
                <a:effectLst/>
                <a:uFillTx/>
                <a:latin typeface="NVIDIA Sans Medium"/>
                <a:ea typeface="NVIDIA Sans Medium"/>
              </a:rPr>
              <a:t>NVIDIA CONFIDENTIAL. DO NOT DISTRIBUTE.</a:t>
            </a:r>
            <a:endParaRPr lang="en-US" sz="2300" b="0" u="none" strike="noStrike">
              <a:solidFill>
                <a:srgbClr val="000000"/>
              </a:solidFill>
              <a:effectLst/>
              <a:uFillTx/>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Font Testing Layout">
    <p:bg>
      <p:bgPr>
        <a:solidFill>
          <a:schemeClr val="dk1"/>
        </a:solidFill>
      </p:bgPr>
    </p:bg>
    <p:spTree>
      <p:nvGrpSpPr>
        <p:cNvPr id="1" name=""/>
        <p:cNvGrpSpPr/>
        <p:nvPr/>
      </p:nvGrpSpPr>
      <p:grpSpPr>
        <a:xfrm>
          <a:off x="0" y="0"/>
          <a:ext cx="0" cy="0"/>
          <a:chOff x="0" y="0"/>
          <a:chExt cx="0" cy="0"/>
        </a:xfrm>
      </p:grpSpPr>
      <p:grpSp>
        <p:nvGrpSpPr>
          <p:cNvPr id="218" name="Google Shape;10;p1"/>
          <p:cNvGrpSpPr/>
          <p:nvPr/>
        </p:nvGrpSpPr>
        <p:grpSpPr>
          <a:xfrm>
            <a:off x="34061400" y="19504440"/>
            <a:ext cx="2513160" cy="1071360"/>
            <a:chOff x="34061400" y="19504440"/>
            <a:chExt cx="2513160" cy="1071360"/>
          </a:xfrm>
        </p:grpSpPr>
        <p:sp>
          <p:nvSpPr>
            <p:cNvPr id="219"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220"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sp>
        <p:nvSpPr>
          <p:cNvPr id="221" name="PlaceHolder 1"/>
          <p:cNvSpPr>
            <a:spLocks noGrp="1"/>
          </p:cNvSpPr>
          <p:nvPr>
            <p:ph type="title"/>
          </p:nvPr>
        </p:nvSpPr>
        <p:spPr>
          <a:xfrm>
            <a:off x="2514600" y="0"/>
            <a:ext cx="31545360" cy="251316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7200" b="0" u="none" strike="noStrike">
                <a:solidFill>
                  <a:srgbClr val="000000"/>
                </a:solidFill>
                <a:effectLst/>
                <a:uFillTx/>
                <a:latin typeface="Arial"/>
              </a:defRPr>
            </a:lvl1pPr>
          </a:lstStyle>
          <a:p>
            <a:pPr indent="0" algn="l">
              <a:lnSpc>
                <a:spcPct val="100000"/>
              </a:lnSpc>
              <a:buNone/>
              <a:tabLst>
                <a:tab pos="0" algn="l"/>
              </a:tabLst>
            </a:pPr>
            <a:r>
              <a:rPr lang="en-US" sz="7200" b="0" u="none" strike="noStrike">
                <a:solidFill>
                  <a:srgbClr val="000000"/>
                </a:solidFill>
                <a:effectLst/>
                <a:uFillTx/>
                <a:latin typeface="Arial"/>
              </a:rPr>
              <a:t>Click to edit the title text format</a:t>
            </a:r>
            <a:endParaRPr lang="en-US" sz="7200" b="0" u="none" strike="noStrike">
              <a:solidFill>
                <a:srgbClr val="000000"/>
              </a:solidFill>
              <a:effectLst/>
              <a:uFillTx/>
              <a:latin typeface="Arial"/>
            </a:endParaRPr>
          </a:p>
        </p:txBody>
      </p:sp>
      <p:sp>
        <p:nvSpPr>
          <p:cNvPr id="222" name="PlaceHolder 2"/>
          <p:cNvSpPr>
            <a:spLocks noGrp="1"/>
          </p:cNvSpPr>
          <p:nvPr>
            <p:ph type="body"/>
          </p:nvPr>
        </p:nvSpPr>
        <p:spPr>
          <a:xfrm>
            <a:off x="2514600" y="2487240"/>
            <a:ext cx="31545360" cy="14068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800" b="0" u="none" strike="noStrike">
                <a:solidFill>
                  <a:srgbClr val="000000"/>
                </a:solidFill>
                <a:effectLst/>
                <a:uFillTx/>
                <a:latin typeface="Arial"/>
              </a:rPr>
              <a:t>Click to edit the outline text format</a:t>
            </a:r>
            <a:endParaRPr lang="en-US" sz="4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800" b="0" u="none" strike="noStrike">
                <a:solidFill>
                  <a:srgbClr val="000000"/>
                </a:solidFill>
                <a:effectLst/>
                <a:uFillTx/>
                <a:latin typeface="Arial"/>
              </a:rPr>
              <a:t>Second Outline Level</a:t>
            </a:r>
            <a:endParaRPr lang="en-US" sz="4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800" b="0" u="none" strike="noStrike">
                <a:solidFill>
                  <a:srgbClr val="000000"/>
                </a:solidFill>
                <a:effectLst/>
                <a:uFillTx/>
                <a:latin typeface="Arial"/>
              </a:rPr>
              <a:t>Third Outline Level</a:t>
            </a:r>
            <a:endParaRPr lang="en-US" sz="4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800" b="0" u="none" strike="noStrike">
                <a:solidFill>
                  <a:srgbClr val="000000"/>
                </a:solidFill>
                <a:effectLst/>
                <a:uFillTx/>
                <a:latin typeface="Arial"/>
              </a:rPr>
              <a:t>Fourth Outline Level</a:t>
            </a:r>
            <a:endParaRPr lang="en-US" sz="4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Fifth Outline Level</a:t>
            </a:r>
            <a:endParaRPr lang="en-US" sz="4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Sixth Outline Level</a:t>
            </a:r>
            <a:endParaRPr lang="en-US" sz="4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Seventh Outline Level</a:t>
            </a:r>
            <a:endParaRPr lang="en-US" sz="4800" b="0" u="none" strike="noStrike">
              <a:solidFill>
                <a:srgbClr val="000000"/>
              </a:solidFill>
              <a:effectLst/>
              <a:uFillTx/>
              <a:latin typeface="Arial"/>
            </a:endParaRPr>
          </a:p>
        </p:txBody>
      </p:sp>
      <p:sp>
        <p:nvSpPr>
          <p:cNvPr id="223" name="PlaceHolder 3"/>
          <p:cNvSpPr>
            <a:spLocks noGrp="1"/>
          </p:cNvSpPr>
          <p:nvPr>
            <p:ph type="body"/>
          </p:nvPr>
        </p:nvSpPr>
        <p:spPr>
          <a:xfrm>
            <a:off x="2514600" y="4846320"/>
            <a:ext cx="31545360" cy="136504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4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4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4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7pPr>
          </a:lstStyle>
          <a:p>
            <a:pPr marL="457200" indent="-507960" algn="l">
              <a:lnSpc>
                <a:spcPct val="100000"/>
              </a:lnSpc>
              <a:spcBef>
                <a:spcPts val="1417"/>
              </a:spcBef>
              <a:buClr>
                <a:srgbClr val="000000"/>
              </a:buClr>
              <a:buSzPct val="45000"/>
              <a:buFont typeface="Wingdings" charset="2"/>
              <a:buChar char=""/>
            </a:pPr>
            <a:r>
              <a:rPr lang="en-US" sz="4400" b="0" u="none" strike="noStrike">
                <a:solidFill>
                  <a:srgbClr val="000000"/>
                </a:solidFill>
                <a:effectLst/>
                <a:uFillTx/>
                <a:latin typeface="Arial"/>
              </a:rPr>
              <a:t>Click to edit the outline text format</a:t>
            </a:r>
            <a:endParaRPr lang="en-US" sz="4400" b="0" u="none" strike="noStrike">
              <a:solidFill>
                <a:srgbClr val="000000"/>
              </a:solidFill>
              <a:effectLst/>
              <a:uFillTx/>
              <a:latin typeface="Arial"/>
            </a:endParaRPr>
          </a:p>
          <a:p>
            <a:pPr marL="914400" lvl="1" indent="-482760" algn="l">
              <a:lnSpc>
                <a:spcPct val="100000"/>
              </a:lnSpc>
              <a:spcBef>
                <a:spcPts val="1134"/>
              </a:spcBef>
              <a:buClr>
                <a:srgbClr val="000000"/>
              </a:buClr>
              <a:buSzPct val="75000"/>
              <a:buFont typeface="Symbol" charset="2"/>
              <a:buChar char=""/>
            </a:pPr>
            <a:r>
              <a:rPr lang="en-US" sz="4400" b="0" u="none" strike="noStrike">
                <a:solidFill>
                  <a:srgbClr val="000000"/>
                </a:solidFill>
                <a:effectLst/>
                <a:uFillTx/>
                <a:latin typeface="Arial"/>
              </a:rPr>
              <a:t>Second Outline Level</a:t>
            </a:r>
            <a:endParaRPr lang="en-US" sz="4400" b="0" u="none" strike="noStrike">
              <a:solidFill>
                <a:srgbClr val="000000"/>
              </a:solidFill>
              <a:effectLst/>
              <a:uFillTx/>
              <a:latin typeface="Arial"/>
            </a:endParaRPr>
          </a:p>
          <a:p>
            <a:pPr marL="1371600" lvl="2" indent="-457200" algn="l">
              <a:lnSpc>
                <a:spcPct val="100000"/>
              </a:lnSpc>
              <a:spcBef>
                <a:spcPts val="850"/>
              </a:spcBef>
              <a:buClr>
                <a:srgbClr val="000000"/>
              </a:buClr>
              <a:buSzPct val="45000"/>
              <a:buFont typeface="Wingdings" charset="2"/>
              <a:buChar char=""/>
            </a:pPr>
            <a:r>
              <a:rPr lang="en-US" sz="4400" b="0" u="none" strike="noStrike">
                <a:solidFill>
                  <a:srgbClr val="000000"/>
                </a:solidFill>
                <a:effectLst/>
                <a:uFillTx/>
                <a:latin typeface="Arial"/>
              </a:rPr>
              <a:t>Third Outline Level</a:t>
            </a:r>
            <a:endParaRPr lang="en-US" sz="4400" b="0" u="none" strike="noStrike">
              <a:solidFill>
                <a:srgbClr val="000000"/>
              </a:solidFill>
              <a:effectLst/>
              <a:uFillTx/>
              <a:latin typeface="Arial"/>
            </a:endParaRPr>
          </a:p>
          <a:p>
            <a:pPr marL="1828800" lvl="3" indent="-431640" algn="l">
              <a:lnSpc>
                <a:spcPct val="100000"/>
              </a:lnSpc>
              <a:spcBef>
                <a:spcPts val="567"/>
              </a:spcBef>
              <a:buClr>
                <a:srgbClr val="000000"/>
              </a:buClr>
              <a:buSzPct val="75000"/>
              <a:buFont typeface="Symbol" charset="2"/>
              <a:buChar char=""/>
            </a:pPr>
            <a:r>
              <a:rPr lang="en-US" sz="4400" b="0" u="none" strike="noStrike">
                <a:solidFill>
                  <a:srgbClr val="000000"/>
                </a:solidFill>
                <a:effectLst/>
                <a:uFillTx/>
                <a:latin typeface="Arial"/>
              </a:rPr>
              <a:t>Fourth Outline Level</a:t>
            </a:r>
            <a:endParaRPr lang="en-US" sz="4400" b="0" u="none" strike="noStrike">
              <a:solidFill>
                <a:srgbClr val="000000"/>
              </a:solidFill>
              <a:effectLst/>
              <a:uFillTx/>
              <a:latin typeface="Arial"/>
            </a:endParaRPr>
          </a:p>
          <a:p>
            <a:pPr marL="2286000" lvl="4" indent="-40644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Fifth Outline Level</a:t>
            </a:r>
            <a:endParaRPr lang="en-US" sz="44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Sixth Outline Level</a:t>
            </a:r>
            <a:endParaRPr lang="en-US" sz="44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Seventh Outline Level</a:t>
            </a:r>
            <a:endParaRPr lang="en-US" sz="4400" b="0" u="none" strike="noStrike">
              <a:solidFill>
                <a:srgbClr val="000000"/>
              </a:solidFill>
              <a:effectLst/>
              <a:uFillTx/>
              <a:latin typeface="Arial"/>
            </a:endParaRPr>
          </a:p>
        </p:txBody>
      </p:sp>
      <p:sp>
        <p:nvSpPr>
          <p:cNvPr id="224" name="Google Shape;30;p6"/>
          <p:cNvSpPr/>
          <p:nvPr/>
        </p:nvSpPr>
        <p:spPr>
          <a:xfrm>
            <a:off x="15000840" y="10556640"/>
            <a:ext cx="11018880" cy="7490520"/>
          </a:xfrm>
          <a:prstGeom prst="rect">
            <a:avLst/>
          </a:prstGeom>
          <a:solidFill>
            <a:schemeClr val="dk2"/>
          </a:solidFill>
          <a:ln w="0">
            <a:noFill/>
          </a:ln>
        </p:spPr>
        <p:style>
          <a:lnRef idx="0"/>
          <a:fillRef idx="0"/>
          <a:effectRef idx="0"/>
          <a:fontRef idx="minor"/>
        </p:style>
        <p:txBody>
          <a:bodyPr lIns="90000" tIns="45000" rIns="90000" bIns="45000" anchor="b">
            <a:noAutofit/>
          </a:bodyPr>
          <a:p>
            <a:endParaRPr lang="en-US" sz="1400" b="0" u="none" strike="noStrike">
              <a:solidFill>
                <a:srgbClr val="000000"/>
              </a:solidFill>
              <a:effectLst/>
              <a:uFillTx/>
              <a:latin typeface="Arial"/>
            </a:endParaRPr>
          </a:p>
        </p:txBody>
      </p:sp>
      <p:pic>
        <p:nvPicPr>
          <p:cNvPr id="225" name="Google Shape;31;p6"/>
          <p:cNvPicPr/>
          <p:nvPr/>
        </p:nvPicPr>
        <p:blipFill>
          <a:blip r:embed="rId3"/>
          <a:stretch/>
        </p:blipFill>
        <p:spPr>
          <a:xfrm>
            <a:off x="3087360" y="10556640"/>
            <a:ext cx="11021040" cy="7863120"/>
          </a:xfrm>
          <a:prstGeom prst="rect">
            <a:avLst/>
          </a:prstGeom>
          <a:noFill/>
          <a:ln w="0">
            <a:noFill/>
          </a:ln>
        </p:spPr>
      </p:pic>
      <p:sp>
        <p:nvSpPr>
          <p:cNvPr id="226" name="PlaceHolder 4"/>
          <p:cNvSpPr>
            <a:spLocks noGrp="1"/>
          </p:cNvSpPr>
          <p:nvPr>
            <p:ph type="body"/>
          </p:nvPr>
        </p:nvSpPr>
        <p:spPr>
          <a:xfrm>
            <a:off x="15951960" y="11141280"/>
            <a:ext cx="9271440" cy="254952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96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96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96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96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96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96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96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9600" b="0" u="none" strike="noStrike">
                <a:solidFill>
                  <a:srgbClr val="000000"/>
                </a:solidFill>
                <a:effectLst/>
                <a:uFillTx/>
                <a:latin typeface="Arial"/>
              </a:rPr>
              <a:t>Click to edit the outline text format</a:t>
            </a:r>
            <a:endParaRPr lang="en-US" sz="96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9600" b="0" u="none" strike="noStrike">
                <a:solidFill>
                  <a:srgbClr val="000000"/>
                </a:solidFill>
                <a:effectLst/>
                <a:uFillTx/>
                <a:latin typeface="Arial"/>
              </a:rPr>
              <a:t>Second Outline Level</a:t>
            </a:r>
            <a:endParaRPr lang="en-US" sz="96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9600" b="0" u="none" strike="noStrike">
                <a:solidFill>
                  <a:srgbClr val="000000"/>
                </a:solidFill>
                <a:effectLst/>
                <a:uFillTx/>
                <a:latin typeface="Arial"/>
              </a:rPr>
              <a:t>Third Outline Level</a:t>
            </a:r>
            <a:endParaRPr lang="en-US" sz="96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9600" b="0" u="none" strike="noStrike">
                <a:solidFill>
                  <a:srgbClr val="000000"/>
                </a:solidFill>
                <a:effectLst/>
                <a:uFillTx/>
                <a:latin typeface="Arial"/>
              </a:rPr>
              <a:t>Fourth Outline Level</a:t>
            </a:r>
            <a:endParaRPr lang="en-US" sz="96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9600" b="0" u="none" strike="noStrike">
                <a:solidFill>
                  <a:srgbClr val="000000"/>
                </a:solidFill>
                <a:effectLst/>
                <a:uFillTx/>
                <a:latin typeface="Arial"/>
              </a:rPr>
              <a:t>Fifth Outline Level</a:t>
            </a:r>
            <a:endParaRPr lang="en-US" sz="96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9600" b="0" u="none" strike="noStrike">
                <a:solidFill>
                  <a:srgbClr val="000000"/>
                </a:solidFill>
                <a:effectLst/>
                <a:uFillTx/>
                <a:latin typeface="Arial"/>
              </a:rPr>
              <a:t>Sixth Outline Level</a:t>
            </a:r>
            <a:endParaRPr lang="en-US" sz="96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9600" b="0" u="none" strike="noStrike">
                <a:solidFill>
                  <a:srgbClr val="000000"/>
                </a:solidFill>
                <a:effectLst/>
                <a:uFillTx/>
                <a:latin typeface="Arial"/>
              </a:rPr>
              <a:t>Seventh Outline Level</a:t>
            </a:r>
            <a:endParaRPr lang="en-US" sz="9600" b="0" u="none" strike="noStrike">
              <a:solidFill>
                <a:srgbClr val="000000"/>
              </a:solidFill>
              <a:effectLst/>
              <a:uFillTx/>
              <a:latin typeface="Arial"/>
            </a:endParaRPr>
          </a:p>
        </p:txBody>
      </p:sp>
      <p:sp>
        <p:nvSpPr>
          <p:cNvPr id="227" name="PlaceHolder 5"/>
          <p:cNvSpPr>
            <a:spLocks noGrp="1"/>
          </p:cNvSpPr>
          <p:nvPr>
            <p:ph type="body"/>
          </p:nvPr>
        </p:nvSpPr>
        <p:spPr>
          <a:xfrm>
            <a:off x="15951960" y="13730040"/>
            <a:ext cx="9271440" cy="254952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96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96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96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96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96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96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96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9600" b="0" u="none" strike="noStrike">
                <a:solidFill>
                  <a:srgbClr val="000000"/>
                </a:solidFill>
                <a:effectLst/>
                <a:uFillTx/>
                <a:latin typeface="Arial"/>
              </a:rPr>
              <a:t>Click to edit the outline text format</a:t>
            </a:r>
            <a:endParaRPr lang="en-US" sz="96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9600" b="0" u="none" strike="noStrike">
                <a:solidFill>
                  <a:srgbClr val="000000"/>
                </a:solidFill>
                <a:effectLst/>
                <a:uFillTx/>
                <a:latin typeface="Arial"/>
              </a:rPr>
              <a:t>Second Outline Level</a:t>
            </a:r>
            <a:endParaRPr lang="en-US" sz="96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9600" b="0" u="none" strike="noStrike">
                <a:solidFill>
                  <a:srgbClr val="000000"/>
                </a:solidFill>
                <a:effectLst/>
                <a:uFillTx/>
                <a:latin typeface="Arial"/>
              </a:rPr>
              <a:t>Third Outline Level</a:t>
            </a:r>
            <a:endParaRPr lang="en-US" sz="96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9600" b="0" u="none" strike="noStrike">
                <a:solidFill>
                  <a:srgbClr val="000000"/>
                </a:solidFill>
                <a:effectLst/>
                <a:uFillTx/>
                <a:latin typeface="Arial"/>
              </a:rPr>
              <a:t>Fourth Outline Level</a:t>
            </a:r>
            <a:endParaRPr lang="en-US" sz="96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9600" b="0" u="none" strike="noStrike">
                <a:solidFill>
                  <a:srgbClr val="000000"/>
                </a:solidFill>
                <a:effectLst/>
                <a:uFillTx/>
                <a:latin typeface="Arial"/>
              </a:rPr>
              <a:t>Fifth Outline Level</a:t>
            </a:r>
            <a:endParaRPr lang="en-US" sz="96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9600" b="0" u="none" strike="noStrike">
                <a:solidFill>
                  <a:srgbClr val="000000"/>
                </a:solidFill>
                <a:effectLst/>
                <a:uFillTx/>
                <a:latin typeface="Arial"/>
              </a:rPr>
              <a:t>Sixth Outline Level</a:t>
            </a:r>
            <a:endParaRPr lang="en-US" sz="96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9600" b="0" u="none" strike="noStrike">
                <a:solidFill>
                  <a:srgbClr val="000000"/>
                </a:solidFill>
                <a:effectLst/>
                <a:uFillTx/>
                <a:latin typeface="Arial"/>
              </a:rPr>
              <a:t>Seventh Outline Level</a:t>
            </a:r>
            <a:endParaRPr lang="en-US" sz="9600" b="0" u="none" strike="noStrike">
              <a:solidFill>
                <a:srgbClr val="000000"/>
              </a:solidFill>
              <a:effectLst/>
              <a:uFillTx/>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5-up Image">
    <p:bg>
      <p:bgPr>
        <a:solidFill>
          <a:schemeClr val="dk1"/>
        </a:solidFill>
      </p:bgPr>
    </p:bg>
    <p:spTree>
      <p:nvGrpSpPr>
        <p:cNvPr id="1" name=""/>
        <p:cNvGrpSpPr/>
        <p:nvPr/>
      </p:nvGrpSpPr>
      <p:grpSpPr>
        <a:xfrm>
          <a:off x="0" y="0"/>
          <a:ext cx="0" cy="0"/>
          <a:chOff x="0" y="0"/>
          <a:chExt cx="0" cy="0"/>
        </a:xfrm>
      </p:grpSpPr>
      <p:grpSp>
        <p:nvGrpSpPr>
          <p:cNvPr id="228" name="Google Shape;10;p1"/>
          <p:cNvGrpSpPr/>
          <p:nvPr/>
        </p:nvGrpSpPr>
        <p:grpSpPr>
          <a:xfrm>
            <a:off x="34061400" y="19504440"/>
            <a:ext cx="2513160" cy="1071360"/>
            <a:chOff x="34061400" y="19504440"/>
            <a:chExt cx="2513160" cy="1071360"/>
          </a:xfrm>
        </p:grpSpPr>
        <p:sp>
          <p:nvSpPr>
            <p:cNvPr id="229"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230"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sp>
        <p:nvSpPr>
          <p:cNvPr id="231" name="PlaceHolder 1"/>
          <p:cNvSpPr>
            <a:spLocks noGrp="1"/>
          </p:cNvSpPr>
          <p:nvPr>
            <p:ph type="body"/>
          </p:nvPr>
        </p:nvSpPr>
        <p:spPr>
          <a:xfrm>
            <a:off x="12891240" y="4849920"/>
            <a:ext cx="1078848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232" name="PlaceHolder 2"/>
          <p:cNvSpPr>
            <a:spLocks noGrp="1"/>
          </p:cNvSpPr>
          <p:nvPr>
            <p:ph type="body"/>
          </p:nvPr>
        </p:nvSpPr>
        <p:spPr>
          <a:xfrm>
            <a:off x="1645560" y="4849920"/>
            <a:ext cx="1078848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233" name="PlaceHolder 3"/>
          <p:cNvSpPr>
            <a:spLocks noGrp="1"/>
          </p:cNvSpPr>
          <p:nvPr>
            <p:ph type="body"/>
          </p:nvPr>
        </p:nvSpPr>
        <p:spPr>
          <a:xfrm>
            <a:off x="24148440" y="4849920"/>
            <a:ext cx="1078848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234" name="PlaceHolder 4"/>
          <p:cNvSpPr>
            <a:spLocks noGrp="1"/>
          </p:cNvSpPr>
          <p:nvPr>
            <p:ph type="body"/>
          </p:nvPr>
        </p:nvSpPr>
        <p:spPr>
          <a:xfrm>
            <a:off x="1656720" y="9981720"/>
            <a:ext cx="1077732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235" name="PlaceHolder 5"/>
          <p:cNvSpPr>
            <a:spLocks noGrp="1"/>
          </p:cNvSpPr>
          <p:nvPr>
            <p:ph type="body"/>
          </p:nvPr>
        </p:nvSpPr>
        <p:spPr>
          <a:xfrm>
            <a:off x="1656720" y="10669320"/>
            <a:ext cx="1077732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236" name="PlaceHolder 6"/>
          <p:cNvSpPr>
            <a:spLocks noGrp="1"/>
          </p:cNvSpPr>
          <p:nvPr>
            <p:ph type="body"/>
          </p:nvPr>
        </p:nvSpPr>
        <p:spPr>
          <a:xfrm>
            <a:off x="12894480" y="9981720"/>
            <a:ext cx="1077732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237" name="PlaceHolder 7"/>
          <p:cNvSpPr>
            <a:spLocks noGrp="1"/>
          </p:cNvSpPr>
          <p:nvPr>
            <p:ph type="body"/>
          </p:nvPr>
        </p:nvSpPr>
        <p:spPr>
          <a:xfrm>
            <a:off x="12894480" y="10669320"/>
            <a:ext cx="1077732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238" name="PlaceHolder 8"/>
          <p:cNvSpPr>
            <a:spLocks noGrp="1"/>
          </p:cNvSpPr>
          <p:nvPr>
            <p:ph type="body"/>
          </p:nvPr>
        </p:nvSpPr>
        <p:spPr>
          <a:xfrm>
            <a:off x="24151320" y="9981720"/>
            <a:ext cx="1077768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239" name="PlaceHolder 9"/>
          <p:cNvSpPr>
            <a:spLocks noGrp="1"/>
          </p:cNvSpPr>
          <p:nvPr>
            <p:ph type="body"/>
          </p:nvPr>
        </p:nvSpPr>
        <p:spPr>
          <a:xfrm>
            <a:off x="24151320" y="10669320"/>
            <a:ext cx="1077768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240" name="PlaceHolder 10"/>
          <p:cNvSpPr>
            <a:spLocks noGrp="1"/>
          </p:cNvSpPr>
          <p:nvPr>
            <p:ph type="body"/>
          </p:nvPr>
        </p:nvSpPr>
        <p:spPr>
          <a:xfrm>
            <a:off x="18520920" y="11931840"/>
            <a:ext cx="1078848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241" name="PlaceHolder 11"/>
          <p:cNvSpPr>
            <a:spLocks noGrp="1"/>
          </p:cNvSpPr>
          <p:nvPr>
            <p:ph type="body"/>
          </p:nvPr>
        </p:nvSpPr>
        <p:spPr>
          <a:xfrm>
            <a:off x="7265160" y="11931840"/>
            <a:ext cx="1078848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242" name="PlaceHolder 12"/>
          <p:cNvSpPr>
            <a:spLocks noGrp="1"/>
          </p:cNvSpPr>
          <p:nvPr>
            <p:ph type="body"/>
          </p:nvPr>
        </p:nvSpPr>
        <p:spPr>
          <a:xfrm>
            <a:off x="7276680" y="17064000"/>
            <a:ext cx="1077732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243" name="PlaceHolder 13"/>
          <p:cNvSpPr>
            <a:spLocks noGrp="1"/>
          </p:cNvSpPr>
          <p:nvPr>
            <p:ph type="body"/>
          </p:nvPr>
        </p:nvSpPr>
        <p:spPr>
          <a:xfrm>
            <a:off x="7276680" y="17751600"/>
            <a:ext cx="1077732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244" name="PlaceHolder 14"/>
          <p:cNvSpPr>
            <a:spLocks noGrp="1"/>
          </p:cNvSpPr>
          <p:nvPr>
            <p:ph type="body"/>
          </p:nvPr>
        </p:nvSpPr>
        <p:spPr>
          <a:xfrm>
            <a:off x="18533520" y="17064000"/>
            <a:ext cx="1077768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245" name="PlaceHolder 15"/>
          <p:cNvSpPr>
            <a:spLocks noGrp="1"/>
          </p:cNvSpPr>
          <p:nvPr>
            <p:ph type="body"/>
          </p:nvPr>
        </p:nvSpPr>
        <p:spPr>
          <a:xfrm>
            <a:off x="18533520" y="17751600"/>
            <a:ext cx="1077768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246" name="PlaceHolder 16"/>
          <p:cNvSpPr>
            <a:spLocks noGrp="1"/>
          </p:cNvSpPr>
          <p:nvPr>
            <p:ph type="title"/>
          </p:nvPr>
        </p:nvSpPr>
        <p:spPr>
          <a:xfrm>
            <a:off x="2514600" y="0"/>
            <a:ext cx="31545360" cy="251316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7200" b="0" u="none" strike="noStrike">
                <a:solidFill>
                  <a:srgbClr val="000000"/>
                </a:solidFill>
                <a:effectLst/>
                <a:uFillTx/>
                <a:latin typeface="Arial"/>
              </a:defRPr>
            </a:lvl1pPr>
          </a:lstStyle>
          <a:p>
            <a:pPr indent="0" algn="l">
              <a:lnSpc>
                <a:spcPct val="100000"/>
              </a:lnSpc>
              <a:buNone/>
              <a:tabLst>
                <a:tab pos="0" algn="l"/>
              </a:tabLst>
            </a:pPr>
            <a:r>
              <a:rPr lang="en-US" sz="7200" b="0" u="none" strike="noStrike">
                <a:solidFill>
                  <a:srgbClr val="000000"/>
                </a:solidFill>
                <a:effectLst/>
                <a:uFillTx/>
                <a:latin typeface="Arial"/>
              </a:rPr>
              <a:t>Click to edit the title text format</a:t>
            </a:r>
            <a:endParaRPr lang="en-US" sz="7200" b="0" u="none" strike="noStrike">
              <a:solidFill>
                <a:srgbClr val="000000"/>
              </a:solidFill>
              <a:effectLst/>
              <a:uFillTx/>
              <a:latin typeface="Arial"/>
            </a:endParaRPr>
          </a:p>
        </p:txBody>
      </p:sp>
      <p:sp>
        <p:nvSpPr>
          <p:cNvPr id="247" name="PlaceHolder 17"/>
          <p:cNvSpPr>
            <a:spLocks noGrp="1"/>
          </p:cNvSpPr>
          <p:nvPr>
            <p:ph type="body"/>
          </p:nvPr>
        </p:nvSpPr>
        <p:spPr>
          <a:xfrm>
            <a:off x="2514600" y="2487240"/>
            <a:ext cx="31545360" cy="14068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800" b="0" u="none" strike="noStrike">
                <a:solidFill>
                  <a:srgbClr val="000000"/>
                </a:solidFill>
                <a:effectLst/>
                <a:uFillTx/>
                <a:latin typeface="Arial"/>
              </a:rPr>
              <a:t>Click to edit the outline text format</a:t>
            </a:r>
            <a:endParaRPr lang="en-US" sz="4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800" b="0" u="none" strike="noStrike">
                <a:solidFill>
                  <a:srgbClr val="000000"/>
                </a:solidFill>
                <a:effectLst/>
                <a:uFillTx/>
                <a:latin typeface="Arial"/>
              </a:rPr>
              <a:t>Second Outline Level</a:t>
            </a:r>
            <a:endParaRPr lang="en-US" sz="4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800" b="0" u="none" strike="noStrike">
                <a:solidFill>
                  <a:srgbClr val="000000"/>
                </a:solidFill>
                <a:effectLst/>
                <a:uFillTx/>
                <a:latin typeface="Arial"/>
              </a:rPr>
              <a:t>Third Outline Level</a:t>
            </a:r>
            <a:endParaRPr lang="en-US" sz="4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800" b="0" u="none" strike="noStrike">
                <a:solidFill>
                  <a:srgbClr val="000000"/>
                </a:solidFill>
                <a:effectLst/>
                <a:uFillTx/>
                <a:latin typeface="Arial"/>
              </a:rPr>
              <a:t>Fourth Outline Level</a:t>
            </a:r>
            <a:endParaRPr lang="en-US" sz="4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Fifth Outline Level</a:t>
            </a:r>
            <a:endParaRPr lang="en-US" sz="4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Sixth Outline Level</a:t>
            </a:r>
            <a:endParaRPr lang="en-US" sz="4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Seventh Outline Level</a:t>
            </a:r>
            <a:endParaRPr lang="en-US" sz="4800" b="0" u="none" strike="noStrike">
              <a:solidFill>
                <a:srgbClr val="000000"/>
              </a:solidFill>
              <a:effectLst/>
              <a:uFillTx/>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ubtitle">
    <p:bg>
      <p:bgPr>
        <a:solidFill>
          <a:schemeClr val="dk1"/>
        </a:solidFill>
      </p:bgPr>
    </p:bg>
    <p:spTree>
      <p:nvGrpSpPr>
        <p:cNvPr id="1" name=""/>
        <p:cNvGrpSpPr/>
        <p:nvPr/>
      </p:nvGrpSpPr>
      <p:grpSpPr>
        <a:xfrm>
          <a:off x="0" y="0"/>
          <a:ext cx="0" cy="0"/>
          <a:chOff x="0" y="0"/>
          <a:chExt cx="0" cy="0"/>
        </a:xfrm>
      </p:grpSpPr>
      <p:grpSp>
        <p:nvGrpSpPr>
          <p:cNvPr id="248" name="Google Shape;10;p1"/>
          <p:cNvGrpSpPr/>
          <p:nvPr/>
        </p:nvGrpSpPr>
        <p:grpSpPr>
          <a:xfrm>
            <a:off x="34061400" y="19504440"/>
            <a:ext cx="2513160" cy="1071360"/>
            <a:chOff x="34061400" y="19504440"/>
            <a:chExt cx="2513160" cy="1071360"/>
          </a:xfrm>
        </p:grpSpPr>
        <p:sp>
          <p:nvSpPr>
            <p:cNvPr id="249"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250"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sp>
        <p:nvSpPr>
          <p:cNvPr id="251" name="PlaceHolder 1"/>
          <p:cNvSpPr>
            <a:spLocks noGrp="1"/>
          </p:cNvSpPr>
          <p:nvPr>
            <p:ph type="title"/>
          </p:nvPr>
        </p:nvSpPr>
        <p:spPr>
          <a:xfrm>
            <a:off x="2514600" y="0"/>
            <a:ext cx="31545360" cy="251316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7200" b="0" u="none" strike="noStrike">
                <a:solidFill>
                  <a:srgbClr val="000000"/>
                </a:solidFill>
                <a:effectLst/>
                <a:uFillTx/>
                <a:latin typeface="Arial"/>
              </a:defRPr>
            </a:lvl1pPr>
          </a:lstStyle>
          <a:p>
            <a:pPr indent="0" algn="l">
              <a:lnSpc>
                <a:spcPct val="100000"/>
              </a:lnSpc>
              <a:buNone/>
              <a:tabLst>
                <a:tab pos="0" algn="l"/>
              </a:tabLst>
            </a:pPr>
            <a:r>
              <a:rPr lang="en-US" sz="7200" b="0" u="none" strike="noStrike">
                <a:solidFill>
                  <a:srgbClr val="000000"/>
                </a:solidFill>
                <a:effectLst/>
                <a:uFillTx/>
                <a:latin typeface="Arial"/>
              </a:rPr>
              <a:t>Click to edit the title text format</a:t>
            </a:r>
            <a:endParaRPr lang="en-US" sz="7200" b="0" u="none" strike="noStrike">
              <a:solidFill>
                <a:srgbClr val="000000"/>
              </a:solidFill>
              <a:effectLst/>
              <a:uFillTx/>
              <a:latin typeface="Arial"/>
            </a:endParaRPr>
          </a:p>
        </p:txBody>
      </p:sp>
      <p:sp>
        <p:nvSpPr>
          <p:cNvPr id="252" name="PlaceHolder 2"/>
          <p:cNvSpPr>
            <a:spLocks noGrp="1"/>
          </p:cNvSpPr>
          <p:nvPr>
            <p:ph type="body"/>
          </p:nvPr>
        </p:nvSpPr>
        <p:spPr>
          <a:xfrm>
            <a:off x="2514600" y="2487240"/>
            <a:ext cx="31545360" cy="14068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800" b="0" u="none" strike="noStrike">
                <a:solidFill>
                  <a:srgbClr val="000000"/>
                </a:solidFill>
                <a:effectLst/>
                <a:uFillTx/>
                <a:latin typeface="Arial"/>
              </a:rPr>
              <a:t>Click to edit the outline text format</a:t>
            </a:r>
            <a:endParaRPr lang="en-US" sz="4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800" b="0" u="none" strike="noStrike">
                <a:solidFill>
                  <a:srgbClr val="000000"/>
                </a:solidFill>
                <a:effectLst/>
                <a:uFillTx/>
                <a:latin typeface="Arial"/>
              </a:rPr>
              <a:t>Second Outline Level</a:t>
            </a:r>
            <a:endParaRPr lang="en-US" sz="4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800" b="0" u="none" strike="noStrike">
                <a:solidFill>
                  <a:srgbClr val="000000"/>
                </a:solidFill>
                <a:effectLst/>
                <a:uFillTx/>
                <a:latin typeface="Arial"/>
              </a:rPr>
              <a:t>Third Outline Level</a:t>
            </a:r>
            <a:endParaRPr lang="en-US" sz="4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800" b="0" u="none" strike="noStrike">
                <a:solidFill>
                  <a:srgbClr val="000000"/>
                </a:solidFill>
                <a:effectLst/>
                <a:uFillTx/>
                <a:latin typeface="Arial"/>
              </a:rPr>
              <a:t>Fourth Outline Level</a:t>
            </a:r>
            <a:endParaRPr lang="en-US" sz="4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Fifth Outline Level</a:t>
            </a:r>
            <a:endParaRPr lang="en-US" sz="4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Sixth Outline Level</a:t>
            </a:r>
            <a:endParaRPr lang="en-US" sz="4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Seventh Outline Level</a:t>
            </a:r>
            <a:endParaRPr lang="en-US" sz="4800" b="0" u="none" strike="noStrike">
              <a:solidFill>
                <a:srgbClr val="000000"/>
              </a:solidFill>
              <a:effectLst/>
              <a:uFillTx/>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FIDENTIAL">
    <p:bg>
      <p:bgPr>
        <a:solidFill>
          <a:schemeClr val="dk1"/>
        </a:solidFill>
      </p:bgPr>
    </p:bg>
    <p:spTree>
      <p:nvGrpSpPr>
        <p:cNvPr id="1" name=""/>
        <p:cNvGrpSpPr/>
        <p:nvPr/>
      </p:nvGrpSpPr>
      <p:grpSpPr>
        <a:xfrm>
          <a:off x="0" y="0"/>
          <a:ext cx="0" cy="0"/>
          <a:chOff x="0" y="0"/>
          <a:chExt cx="0" cy="0"/>
        </a:xfrm>
      </p:grpSpPr>
      <p:grpSp>
        <p:nvGrpSpPr>
          <p:cNvPr id="253" name="Google Shape;10;p1"/>
          <p:cNvGrpSpPr/>
          <p:nvPr/>
        </p:nvGrpSpPr>
        <p:grpSpPr>
          <a:xfrm>
            <a:off x="34061400" y="19504440"/>
            <a:ext cx="2513160" cy="1071360"/>
            <a:chOff x="34061400" y="19504440"/>
            <a:chExt cx="2513160" cy="1071360"/>
          </a:xfrm>
        </p:grpSpPr>
        <p:sp>
          <p:nvSpPr>
            <p:cNvPr id="254"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255"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sp>
        <p:nvSpPr>
          <p:cNvPr id="256" name="PlaceHolder 1"/>
          <p:cNvSpPr>
            <a:spLocks noGrp="1"/>
          </p:cNvSpPr>
          <p:nvPr>
            <p:ph type="title"/>
          </p:nvPr>
        </p:nvSpPr>
        <p:spPr>
          <a:xfrm>
            <a:off x="2514600" y="0"/>
            <a:ext cx="31545360" cy="251316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7200" b="0" u="none" strike="noStrike">
                <a:solidFill>
                  <a:srgbClr val="000000"/>
                </a:solidFill>
                <a:effectLst/>
                <a:uFillTx/>
                <a:latin typeface="Arial"/>
              </a:defRPr>
            </a:lvl1pPr>
          </a:lstStyle>
          <a:p>
            <a:pPr indent="0" algn="l">
              <a:lnSpc>
                <a:spcPct val="100000"/>
              </a:lnSpc>
              <a:buNone/>
              <a:tabLst>
                <a:tab pos="0" algn="l"/>
              </a:tabLst>
            </a:pPr>
            <a:r>
              <a:rPr lang="en-US" sz="7200" b="0" u="none" strike="noStrike">
                <a:solidFill>
                  <a:srgbClr val="000000"/>
                </a:solidFill>
                <a:effectLst/>
                <a:uFillTx/>
                <a:latin typeface="Arial"/>
              </a:rPr>
              <a:t>Click to edit the title text format</a:t>
            </a:r>
            <a:endParaRPr lang="en-US" sz="7200" b="0" u="none" strike="noStrike">
              <a:solidFill>
                <a:srgbClr val="000000"/>
              </a:solidFill>
              <a:effectLst/>
              <a:uFillTx/>
              <a:latin typeface="Arial"/>
            </a:endParaRPr>
          </a:p>
        </p:txBody>
      </p:sp>
      <p:sp>
        <p:nvSpPr>
          <p:cNvPr id="257" name="PlaceHolder 2"/>
          <p:cNvSpPr>
            <a:spLocks noGrp="1"/>
          </p:cNvSpPr>
          <p:nvPr>
            <p:ph type="body"/>
          </p:nvPr>
        </p:nvSpPr>
        <p:spPr>
          <a:xfrm>
            <a:off x="2514600" y="2487240"/>
            <a:ext cx="31545360" cy="14068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800" b="0" u="none" strike="noStrike">
                <a:solidFill>
                  <a:srgbClr val="000000"/>
                </a:solidFill>
                <a:effectLst/>
                <a:uFillTx/>
                <a:latin typeface="Arial"/>
              </a:rPr>
              <a:t>Click to edit the outline text format</a:t>
            </a:r>
            <a:endParaRPr lang="en-US" sz="4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800" b="0" u="none" strike="noStrike">
                <a:solidFill>
                  <a:srgbClr val="000000"/>
                </a:solidFill>
                <a:effectLst/>
                <a:uFillTx/>
                <a:latin typeface="Arial"/>
              </a:rPr>
              <a:t>Second Outline Level</a:t>
            </a:r>
            <a:endParaRPr lang="en-US" sz="4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800" b="0" u="none" strike="noStrike">
                <a:solidFill>
                  <a:srgbClr val="000000"/>
                </a:solidFill>
                <a:effectLst/>
                <a:uFillTx/>
                <a:latin typeface="Arial"/>
              </a:rPr>
              <a:t>Third Outline Level</a:t>
            </a:r>
            <a:endParaRPr lang="en-US" sz="4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800" b="0" u="none" strike="noStrike">
                <a:solidFill>
                  <a:srgbClr val="000000"/>
                </a:solidFill>
                <a:effectLst/>
                <a:uFillTx/>
                <a:latin typeface="Arial"/>
              </a:rPr>
              <a:t>Fourth Outline Level</a:t>
            </a:r>
            <a:endParaRPr lang="en-US" sz="4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Fifth Outline Level</a:t>
            </a:r>
            <a:endParaRPr lang="en-US" sz="4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Sixth Outline Level</a:t>
            </a:r>
            <a:endParaRPr lang="en-US" sz="4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Seventh Outline Level</a:t>
            </a:r>
            <a:endParaRPr lang="en-US" sz="4800" b="0" u="none" strike="noStrike">
              <a:solidFill>
                <a:srgbClr val="000000"/>
              </a:solidFill>
              <a:effectLst/>
              <a:uFillTx/>
              <a:latin typeface="Arial"/>
            </a:endParaRPr>
          </a:p>
        </p:txBody>
      </p:sp>
      <p:sp>
        <p:nvSpPr>
          <p:cNvPr id="258" name="PlaceHolder 3"/>
          <p:cNvSpPr>
            <a:spLocks noGrp="1"/>
          </p:cNvSpPr>
          <p:nvPr>
            <p:ph type="body"/>
          </p:nvPr>
        </p:nvSpPr>
        <p:spPr>
          <a:xfrm>
            <a:off x="2514600" y="4846320"/>
            <a:ext cx="31545360" cy="136504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4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4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4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7pPr>
          </a:lstStyle>
          <a:p>
            <a:pPr marL="457200" indent="-507960" algn="l">
              <a:lnSpc>
                <a:spcPct val="100000"/>
              </a:lnSpc>
              <a:spcBef>
                <a:spcPts val="1417"/>
              </a:spcBef>
              <a:buClr>
                <a:srgbClr val="000000"/>
              </a:buClr>
              <a:buSzPct val="45000"/>
              <a:buFont typeface="Wingdings" charset="2"/>
              <a:buChar char=""/>
            </a:pPr>
            <a:r>
              <a:rPr lang="en-US" sz="4400" b="0" u="none" strike="noStrike">
                <a:solidFill>
                  <a:srgbClr val="000000"/>
                </a:solidFill>
                <a:effectLst/>
                <a:uFillTx/>
                <a:latin typeface="Arial"/>
              </a:rPr>
              <a:t>Click to edit the outline text format</a:t>
            </a:r>
            <a:endParaRPr lang="en-US" sz="4400" b="0" u="none" strike="noStrike">
              <a:solidFill>
                <a:srgbClr val="000000"/>
              </a:solidFill>
              <a:effectLst/>
              <a:uFillTx/>
              <a:latin typeface="Arial"/>
            </a:endParaRPr>
          </a:p>
          <a:p>
            <a:pPr marL="914400" lvl="1" indent="-482760" algn="l">
              <a:lnSpc>
                <a:spcPct val="100000"/>
              </a:lnSpc>
              <a:spcBef>
                <a:spcPts val="1134"/>
              </a:spcBef>
              <a:buClr>
                <a:srgbClr val="000000"/>
              </a:buClr>
              <a:buSzPct val="75000"/>
              <a:buFont typeface="Symbol" charset="2"/>
              <a:buChar char=""/>
            </a:pPr>
            <a:r>
              <a:rPr lang="en-US" sz="4400" b="0" u="none" strike="noStrike">
                <a:solidFill>
                  <a:srgbClr val="000000"/>
                </a:solidFill>
                <a:effectLst/>
                <a:uFillTx/>
                <a:latin typeface="Arial"/>
              </a:rPr>
              <a:t>Second Outline Level</a:t>
            </a:r>
            <a:endParaRPr lang="en-US" sz="4400" b="0" u="none" strike="noStrike">
              <a:solidFill>
                <a:srgbClr val="000000"/>
              </a:solidFill>
              <a:effectLst/>
              <a:uFillTx/>
              <a:latin typeface="Arial"/>
            </a:endParaRPr>
          </a:p>
          <a:p>
            <a:pPr marL="1371600" lvl="2" indent="-457200" algn="l">
              <a:lnSpc>
                <a:spcPct val="100000"/>
              </a:lnSpc>
              <a:spcBef>
                <a:spcPts val="850"/>
              </a:spcBef>
              <a:buClr>
                <a:srgbClr val="000000"/>
              </a:buClr>
              <a:buSzPct val="45000"/>
              <a:buFont typeface="Wingdings" charset="2"/>
              <a:buChar char=""/>
            </a:pPr>
            <a:r>
              <a:rPr lang="en-US" sz="4400" b="0" u="none" strike="noStrike">
                <a:solidFill>
                  <a:srgbClr val="000000"/>
                </a:solidFill>
                <a:effectLst/>
                <a:uFillTx/>
                <a:latin typeface="Arial"/>
              </a:rPr>
              <a:t>Third Outline Level</a:t>
            </a:r>
            <a:endParaRPr lang="en-US" sz="4400" b="0" u="none" strike="noStrike">
              <a:solidFill>
                <a:srgbClr val="000000"/>
              </a:solidFill>
              <a:effectLst/>
              <a:uFillTx/>
              <a:latin typeface="Arial"/>
            </a:endParaRPr>
          </a:p>
          <a:p>
            <a:pPr marL="1828800" lvl="3" indent="-431640" algn="l">
              <a:lnSpc>
                <a:spcPct val="100000"/>
              </a:lnSpc>
              <a:spcBef>
                <a:spcPts val="567"/>
              </a:spcBef>
              <a:buClr>
                <a:srgbClr val="000000"/>
              </a:buClr>
              <a:buSzPct val="75000"/>
              <a:buFont typeface="Symbol" charset="2"/>
              <a:buChar char=""/>
            </a:pPr>
            <a:r>
              <a:rPr lang="en-US" sz="4400" b="0" u="none" strike="noStrike">
                <a:solidFill>
                  <a:srgbClr val="000000"/>
                </a:solidFill>
                <a:effectLst/>
                <a:uFillTx/>
                <a:latin typeface="Arial"/>
              </a:rPr>
              <a:t>Fourth Outline Level</a:t>
            </a:r>
            <a:endParaRPr lang="en-US" sz="4400" b="0" u="none" strike="noStrike">
              <a:solidFill>
                <a:srgbClr val="000000"/>
              </a:solidFill>
              <a:effectLst/>
              <a:uFillTx/>
              <a:latin typeface="Arial"/>
            </a:endParaRPr>
          </a:p>
          <a:p>
            <a:pPr marL="2286000" lvl="4" indent="-40644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Fifth Outline Level</a:t>
            </a:r>
            <a:endParaRPr lang="en-US" sz="44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Sixth Outline Level</a:t>
            </a:r>
            <a:endParaRPr lang="en-US" sz="44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Seventh Outline Level</a:t>
            </a:r>
            <a:endParaRPr lang="en-US" sz="4400" b="0" u="none" strike="noStrike">
              <a:solidFill>
                <a:srgbClr val="000000"/>
              </a:solidFill>
              <a:effectLst/>
              <a:uFillTx/>
              <a:latin typeface="Arial"/>
            </a:endParaRPr>
          </a:p>
        </p:txBody>
      </p:sp>
      <p:sp>
        <p:nvSpPr>
          <p:cNvPr id="259" name="Google Shape;41;p8"/>
          <p:cNvSpPr/>
          <p:nvPr/>
        </p:nvSpPr>
        <p:spPr>
          <a:xfrm>
            <a:off x="708480" y="19635840"/>
            <a:ext cx="6503400" cy="444960"/>
          </a:xfrm>
          <a:prstGeom prst="rect">
            <a:avLst/>
          </a:prstGeom>
          <a:noFill/>
          <a:ln w="0">
            <a:noFill/>
          </a:ln>
        </p:spPr>
        <p:style>
          <a:lnRef idx="0"/>
          <a:fillRef idx="0"/>
          <a:effectRef idx="0"/>
          <a:fontRef idx="minor"/>
        </p:style>
        <p:txBody>
          <a:bodyPr lIns="90000" tIns="45000" rIns="90000" bIns="45000" anchor="t">
            <a:spAutoFit/>
          </a:bodyPr>
          <a:p>
            <a:pPr>
              <a:lnSpc>
                <a:spcPct val="100000"/>
              </a:lnSpc>
              <a:tabLst>
                <a:tab pos="0" algn="l"/>
              </a:tabLst>
            </a:pPr>
            <a:r>
              <a:rPr lang="en-IN" sz="2300" b="0" u="none" strike="noStrike">
                <a:solidFill>
                  <a:schemeClr val="lt1"/>
                </a:solidFill>
                <a:effectLst/>
                <a:uFillTx/>
                <a:latin typeface="NVIDIA Sans Medium"/>
                <a:ea typeface="NVIDIA Sans Medium"/>
              </a:rPr>
              <a:t>NVIDIA CONFIDENTIAL. DO NOT DISTRIBUTE.</a:t>
            </a:r>
            <a:endParaRPr lang="en-US" sz="2300" b="0" u="none" strike="noStrike">
              <a:solidFill>
                <a:srgbClr val="000000"/>
              </a:solidFill>
              <a:effectLst/>
              <a:uFillTx/>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DING_Title, Subtitle, Bullets">
    <p:bg>
      <p:bgPr>
        <a:solidFill>
          <a:schemeClr val="dk1"/>
        </a:solidFill>
      </p:bgPr>
    </p:bg>
    <p:spTree>
      <p:nvGrpSpPr>
        <p:cNvPr id="1" name=""/>
        <p:cNvGrpSpPr/>
        <p:nvPr/>
      </p:nvGrpSpPr>
      <p:grpSpPr>
        <a:xfrm>
          <a:off x="0" y="0"/>
          <a:ext cx="0" cy="0"/>
          <a:chOff x="0" y="0"/>
          <a:chExt cx="0" cy="0"/>
        </a:xfrm>
      </p:grpSpPr>
      <p:grpSp>
        <p:nvGrpSpPr>
          <p:cNvPr id="260" name="Google Shape;10;p1"/>
          <p:cNvGrpSpPr/>
          <p:nvPr/>
        </p:nvGrpSpPr>
        <p:grpSpPr>
          <a:xfrm>
            <a:off x="34061400" y="19504440"/>
            <a:ext cx="2513160" cy="1071360"/>
            <a:chOff x="34061400" y="19504440"/>
            <a:chExt cx="2513160" cy="1071360"/>
          </a:xfrm>
        </p:grpSpPr>
        <p:sp>
          <p:nvSpPr>
            <p:cNvPr id="261"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262"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sp>
        <p:nvSpPr>
          <p:cNvPr id="263" name="PlaceHolder 1"/>
          <p:cNvSpPr>
            <a:spLocks noGrp="1"/>
          </p:cNvSpPr>
          <p:nvPr>
            <p:ph type="title"/>
          </p:nvPr>
        </p:nvSpPr>
        <p:spPr>
          <a:xfrm>
            <a:off x="2514600" y="0"/>
            <a:ext cx="31545360" cy="251316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7200" b="0" u="none" strike="noStrike">
                <a:solidFill>
                  <a:srgbClr val="000000"/>
                </a:solidFill>
                <a:effectLst/>
                <a:uFillTx/>
                <a:latin typeface="Arial"/>
              </a:defRPr>
            </a:lvl1pPr>
          </a:lstStyle>
          <a:p>
            <a:pPr indent="0" algn="l">
              <a:lnSpc>
                <a:spcPct val="100000"/>
              </a:lnSpc>
              <a:buNone/>
              <a:tabLst>
                <a:tab pos="0" algn="l"/>
              </a:tabLst>
            </a:pPr>
            <a:r>
              <a:rPr lang="en-US" sz="7200" b="0" u="none" strike="noStrike">
                <a:solidFill>
                  <a:srgbClr val="000000"/>
                </a:solidFill>
                <a:effectLst/>
                <a:uFillTx/>
                <a:latin typeface="Arial"/>
              </a:rPr>
              <a:t>Click to edit the title text format</a:t>
            </a:r>
            <a:endParaRPr lang="en-US" sz="7200" b="0" u="none" strike="noStrike">
              <a:solidFill>
                <a:srgbClr val="000000"/>
              </a:solidFill>
              <a:effectLst/>
              <a:uFillTx/>
              <a:latin typeface="Arial"/>
            </a:endParaRPr>
          </a:p>
        </p:txBody>
      </p:sp>
      <p:sp>
        <p:nvSpPr>
          <p:cNvPr id="264" name="PlaceHolder 2"/>
          <p:cNvSpPr>
            <a:spLocks noGrp="1"/>
          </p:cNvSpPr>
          <p:nvPr>
            <p:ph type="body"/>
          </p:nvPr>
        </p:nvSpPr>
        <p:spPr>
          <a:xfrm>
            <a:off x="2514600" y="4873680"/>
            <a:ext cx="31545360" cy="136504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4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4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4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7pPr>
          </a:lstStyle>
          <a:p>
            <a:pPr marL="457200" indent="-507960" algn="l">
              <a:lnSpc>
                <a:spcPct val="100000"/>
              </a:lnSpc>
              <a:spcBef>
                <a:spcPts val="1417"/>
              </a:spcBef>
              <a:buClr>
                <a:srgbClr val="000000"/>
              </a:buClr>
              <a:buSzPct val="45000"/>
              <a:buFont typeface="Wingdings" charset="2"/>
              <a:buChar char=""/>
            </a:pPr>
            <a:r>
              <a:rPr lang="en-US" sz="4400" b="0" u="none" strike="noStrike">
                <a:solidFill>
                  <a:srgbClr val="000000"/>
                </a:solidFill>
                <a:effectLst/>
                <a:uFillTx/>
                <a:latin typeface="Arial"/>
              </a:rPr>
              <a:t>Click to edit the outline text format</a:t>
            </a:r>
            <a:endParaRPr lang="en-US" sz="4400" b="0" u="none" strike="noStrike">
              <a:solidFill>
                <a:srgbClr val="000000"/>
              </a:solidFill>
              <a:effectLst/>
              <a:uFillTx/>
              <a:latin typeface="Arial"/>
            </a:endParaRPr>
          </a:p>
          <a:p>
            <a:pPr marL="914400" lvl="1" indent="-482760" algn="l">
              <a:lnSpc>
                <a:spcPct val="100000"/>
              </a:lnSpc>
              <a:spcBef>
                <a:spcPts val="1134"/>
              </a:spcBef>
              <a:buClr>
                <a:srgbClr val="000000"/>
              </a:buClr>
              <a:buSzPct val="75000"/>
              <a:buFont typeface="Symbol" charset="2"/>
              <a:buChar char=""/>
            </a:pPr>
            <a:r>
              <a:rPr lang="en-US" sz="4400" b="0" u="none" strike="noStrike">
                <a:solidFill>
                  <a:srgbClr val="000000"/>
                </a:solidFill>
                <a:effectLst/>
                <a:uFillTx/>
                <a:latin typeface="Arial"/>
              </a:rPr>
              <a:t>Second Outline Level</a:t>
            </a:r>
            <a:endParaRPr lang="en-US" sz="4400" b="0" u="none" strike="noStrike">
              <a:solidFill>
                <a:srgbClr val="000000"/>
              </a:solidFill>
              <a:effectLst/>
              <a:uFillTx/>
              <a:latin typeface="Arial"/>
            </a:endParaRPr>
          </a:p>
          <a:p>
            <a:pPr marL="1371600" lvl="2" indent="-457200" algn="l">
              <a:lnSpc>
                <a:spcPct val="100000"/>
              </a:lnSpc>
              <a:spcBef>
                <a:spcPts val="850"/>
              </a:spcBef>
              <a:buClr>
                <a:srgbClr val="000000"/>
              </a:buClr>
              <a:buSzPct val="45000"/>
              <a:buFont typeface="Wingdings" charset="2"/>
              <a:buChar char=""/>
            </a:pPr>
            <a:r>
              <a:rPr lang="en-US" sz="4400" b="0" u="none" strike="noStrike">
                <a:solidFill>
                  <a:srgbClr val="000000"/>
                </a:solidFill>
                <a:effectLst/>
                <a:uFillTx/>
                <a:latin typeface="Arial"/>
              </a:rPr>
              <a:t>Third Outline Level</a:t>
            </a:r>
            <a:endParaRPr lang="en-US" sz="4400" b="0" u="none" strike="noStrike">
              <a:solidFill>
                <a:srgbClr val="000000"/>
              </a:solidFill>
              <a:effectLst/>
              <a:uFillTx/>
              <a:latin typeface="Arial"/>
            </a:endParaRPr>
          </a:p>
          <a:p>
            <a:pPr marL="1828800" lvl="3" indent="-431640" algn="l">
              <a:lnSpc>
                <a:spcPct val="100000"/>
              </a:lnSpc>
              <a:spcBef>
                <a:spcPts val="567"/>
              </a:spcBef>
              <a:buClr>
                <a:srgbClr val="000000"/>
              </a:buClr>
              <a:buSzPct val="75000"/>
              <a:buFont typeface="Symbol" charset="2"/>
              <a:buChar char=""/>
            </a:pPr>
            <a:r>
              <a:rPr lang="en-US" sz="4400" b="0" u="none" strike="noStrike">
                <a:solidFill>
                  <a:srgbClr val="000000"/>
                </a:solidFill>
                <a:effectLst/>
                <a:uFillTx/>
                <a:latin typeface="Arial"/>
              </a:rPr>
              <a:t>Fourth Outline Level</a:t>
            </a:r>
            <a:endParaRPr lang="en-US" sz="4400" b="0" u="none" strike="noStrike">
              <a:solidFill>
                <a:srgbClr val="000000"/>
              </a:solidFill>
              <a:effectLst/>
              <a:uFillTx/>
              <a:latin typeface="Arial"/>
            </a:endParaRPr>
          </a:p>
          <a:p>
            <a:pPr marL="2286000" lvl="4" indent="-40644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Fifth Outline Level</a:t>
            </a:r>
            <a:endParaRPr lang="en-US" sz="44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Sixth Outline Level</a:t>
            </a:r>
            <a:endParaRPr lang="en-US" sz="44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Seventh Outline Level</a:t>
            </a:r>
            <a:endParaRPr lang="en-US" sz="4400" b="0" u="none" strike="noStrike">
              <a:solidFill>
                <a:srgbClr val="000000"/>
              </a:solidFill>
              <a:effectLst/>
              <a:uFillTx/>
              <a:latin typeface="Arial"/>
            </a:endParaRPr>
          </a:p>
        </p:txBody>
      </p:sp>
      <p:sp>
        <p:nvSpPr>
          <p:cNvPr id="265" name="PlaceHolder 3"/>
          <p:cNvSpPr>
            <a:spLocks noGrp="1"/>
          </p:cNvSpPr>
          <p:nvPr>
            <p:ph type="body"/>
          </p:nvPr>
        </p:nvSpPr>
        <p:spPr>
          <a:xfrm>
            <a:off x="2514600" y="2487240"/>
            <a:ext cx="31545360" cy="14068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800" b="0" u="none" strike="noStrike">
                <a:solidFill>
                  <a:srgbClr val="000000"/>
                </a:solidFill>
                <a:effectLst/>
                <a:uFillTx/>
                <a:latin typeface="Arial"/>
              </a:rPr>
              <a:t>Click to edit the outline text format</a:t>
            </a:r>
            <a:endParaRPr lang="en-US" sz="4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800" b="0" u="none" strike="noStrike">
                <a:solidFill>
                  <a:srgbClr val="000000"/>
                </a:solidFill>
                <a:effectLst/>
                <a:uFillTx/>
                <a:latin typeface="Arial"/>
              </a:rPr>
              <a:t>Second Outline Level</a:t>
            </a:r>
            <a:endParaRPr lang="en-US" sz="4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800" b="0" u="none" strike="noStrike">
                <a:solidFill>
                  <a:srgbClr val="000000"/>
                </a:solidFill>
                <a:effectLst/>
                <a:uFillTx/>
                <a:latin typeface="Arial"/>
              </a:rPr>
              <a:t>Third Outline Level</a:t>
            </a:r>
            <a:endParaRPr lang="en-US" sz="4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800" b="0" u="none" strike="noStrike">
                <a:solidFill>
                  <a:srgbClr val="000000"/>
                </a:solidFill>
                <a:effectLst/>
                <a:uFillTx/>
                <a:latin typeface="Arial"/>
              </a:rPr>
              <a:t>Fourth Outline Level</a:t>
            </a:r>
            <a:endParaRPr lang="en-US" sz="4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Fifth Outline Level</a:t>
            </a:r>
            <a:endParaRPr lang="en-US" sz="4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Sixth Outline Level</a:t>
            </a:r>
            <a:endParaRPr lang="en-US" sz="4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Seventh Outline Level</a:t>
            </a:r>
            <a:endParaRPr lang="en-US" sz="4800" b="0" u="none" strike="noStrike">
              <a:solidFill>
                <a:srgbClr val="000000"/>
              </a:solidFill>
              <a:effectLst/>
              <a:uFillTx/>
              <a:latin typeface="Arial"/>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 Left - Text Right">
    <p:bg>
      <p:bgPr>
        <a:solidFill>
          <a:schemeClr val="dk1"/>
        </a:solidFill>
      </p:bgPr>
    </p:bg>
    <p:spTree>
      <p:nvGrpSpPr>
        <p:cNvPr id="1" name=""/>
        <p:cNvGrpSpPr/>
        <p:nvPr/>
      </p:nvGrpSpPr>
      <p:grpSpPr>
        <a:xfrm>
          <a:off x="0" y="0"/>
          <a:ext cx="0" cy="0"/>
          <a:chOff x="0" y="0"/>
          <a:chExt cx="0" cy="0"/>
        </a:xfrm>
      </p:grpSpPr>
      <p:grpSp>
        <p:nvGrpSpPr>
          <p:cNvPr id="266" name="Google Shape;10;p1"/>
          <p:cNvGrpSpPr/>
          <p:nvPr/>
        </p:nvGrpSpPr>
        <p:grpSpPr>
          <a:xfrm>
            <a:off x="34061400" y="19504440"/>
            <a:ext cx="2513160" cy="1071360"/>
            <a:chOff x="34061400" y="19504440"/>
            <a:chExt cx="2513160" cy="1071360"/>
          </a:xfrm>
        </p:grpSpPr>
        <p:sp>
          <p:nvSpPr>
            <p:cNvPr id="267"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268"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sp>
        <p:nvSpPr>
          <p:cNvPr id="269" name="PlaceHolder 1"/>
          <p:cNvSpPr>
            <a:spLocks noGrp="1"/>
          </p:cNvSpPr>
          <p:nvPr>
            <p:ph type="body"/>
          </p:nvPr>
        </p:nvSpPr>
        <p:spPr>
          <a:xfrm>
            <a:off x="0" y="0"/>
            <a:ext cx="16411680" cy="20572560"/>
          </a:xfrm>
          <a:prstGeom prst="rect">
            <a:avLst/>
          </a:prstGeom>
          <a:solidFill>
            <a:srgbClr val="F2F2F2">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270" name="PlaceHolder 2"/>
          <p:cNvSpPr>
            <a:spLocks noGrp="1"/>
          </p:cNvSpPr>
          <p:nvPr>
            <p:ph type="title"/>
          </p:nvPr>
        </p:nvSpPr>
        <p:spPr>
          <a:xfrm>
            <a:off x="19129320" y="302040"/>
            <a:ext cx="14637960" cy="336420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7200" b="0" u="none" strike="noStrike">
                <a:solidFill>
                  <a:srgbClr val="000000"/>
                </a:solidFill>
                <a:effectLst/>
                <a:uFillTx/>
                <a:latin typeface="Arial"/>
              </a:defRPr>
            </a:lvl1pPr>
          </a:lstStyle>
          <a:p>
            <a:pPr indent="0" algn="l">
              <a:lnSpc>
                <a:spcPct val="100000"/>
              </a:lnSpc>
              <a:buNone/>
              <a:tabLst>
                <a:tab pos="0" algn="l"/>
              </a:tabLst>
            </a:pPr>
            <a:r>
              <a:rPr lang="en-US" sz="7200" b="0" u="none" strike="noStrike">
                <a:solidFill>
                  <a:srgbClr val="000000"/>
                </a:solidFill>
                <a:effectLst/>
                <a:uFillTx/>
                <a:latin typeface="Arial"/>
              </a:rPr>
              <a:t>Click to edit the title text format</a:t>
            </a:r>
            <a:endParaRPr lang="en-US" sz="7200" b="0" u="none" strike="noStrike">
              <a:solidFill>
                <a:srgbClr val="000000"/>
              </a:solidFill>
              <a:effectLst/>
              <a:uFillTx/>
              <a:latin typeface="Arial"/>
            </a:endParaRPr>
          </a:p>
        </p:txBody>
      </p:sp>
      <p:sp>
        <p:nvSpPr>
          <p:cNvPr id="271" name="PlaceHolder 3"/>
          <p:cNvSpPr>
            <a:spLocks noGrp="1"/>
          </p:cNvSpPr>
          <p:nvPr>
            <p:ph type="body"/>
          </p:nvPr>
        </p:nvSpPr>
        <p:spPr>
          <a:xfrm>
            <a:off x="19129320" y="6988320"/>
            <a:ext cx="14637960" cy="1134396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4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4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4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7pPr>
          </a:lstStyle>
          <a:p>
            <a:pPr marL="457200" indent="-507960" algn="l">
              <a:lnSpc>
                <a:spcPct val="100000"/>
              </a:lnSpc>
              <a:spcBef>
                <a:spcPts val="1417"/>
              </a:spcBef>
              <a:buClr>
                <a:srgbClr val="000000"/>
              </a:buClr>
              <a:buSzPct val="45000"/>
              <a:buFont typeface="Wingdings" charset="2"/>
              <a:buChar char=""/>
            </a:pPr>
            <a:r>
              <a:rPr lang="en-US" sz="4400" b="0" u="none" strike="noStrike">
                <a:solidFill>
                  <a:srgbClr val="000000"/>
                </a:solidFill>
                <a:effectLst/>
                <a:uFillTx/>
                <a:latin typeface="Arial"/>
              </a:rPr>
              <a:t>Click to edit the outline text format</a:t>
            </a:r>
            <a:endParaRPr lang="en-US" sz="4400" b="0" u="none" strike="noStrike">
              <a:solidFill>
                <a:srgbClr val="000000"/>
              </a:solidFill>
              <a:effectLst/>
              <a:uFillTx/>
              <a:latin typeface="Arial"/>
            </a:endParaRPr>
          </a:p>
          <a:p>
            <a:pPr marL="914400" lvl="1" indent="-482760" algn="l">
              <a:lnSpc>
                <a:spcPct val="100000"/>
              </a:lnSpc>
              <a:spcBef>
                <a:spcPts val="1134"/>
              </a:spcBef>
              <a:buClr>
                <a:srgbClr val="000000"/>
              </a:buClr>
              <a:buSzPct val="75000"/>
              <a:buFont typeface="Symbol" charset="2"/>
              <a:buChar char=""/>
            </a:pPr>
            <a:r>
              <a:rPr lang="en-US" sz="4400" b="0" u="none" strike="noStrike">
                <a:solidFill>
                  <a:srgbClr val="000000"/>
                </a:solidFill>
                <a:effectLst/>
                <a:uFillTx/>
                <a:latin typeface="Arial"/>
              </a:rPr>
              <a:t>Second Outline Level</a:t>
            </a:r>
            <a:endParaRPr lang="en-US" sz="4400" b="0" u="none" strike="noStrike">
              <a:solidFill>
                <a:srgbClr val="000000"/>
              </a:solidFill>
              <a:effectLst/>
              <a:uFillTx/>
              <a:latin typeface="Arial"/>
            </a:endParaRPr>
          </a:p>
          <a:p>
            <a:pPr marL="1371600" lvl="2" indent="-457200" algn="l">
              <a:lnSpc>
                <a:spcPct val="100000"/>
              </a:lnSpc>
              <a:spcBef>
                <a:spcPts val="850"/>
              </a:spcBef>
              <a:buClr>
                <a:srgbClr val="000000"/>
              </a:buClr>
              <a:buSzPct val="45000"/>
              <a:buFont typeface="Wingdings" charset="2"/>
              <a:buChar char=""/>
            </a:pPr>
            <a:r>
              <a:rPr lang="en-US" sz="4400" b="0" u="none" strike="noStrike">
                <a:solidFill>
                  <a:srgbClr val="000000"/>
                </a:solidFill>
                <a:effectLst/>
                <a:uFillTx/>
                <a:latin typeface="Arial"/>
              </a:rPr>
              <a:t>Third Outline Level</a:t>
            </a:r>
            <a:endParaRPr lang="en-US" sz="4400" b="0" u="none" strike="noStrike">
              <a:solidFill>
                <a:srgbClr val="000000"/>
              </a:solidFill>
              <a:effectLst/>
              <a:uFillTx/>
              <a:latin typeface="Arial"/>
            </a:endParaRPr>
          </a:p>
          <a:p>
            <a:pPr marL="1828800" lvl="3" indent="-431640" algn="l">
              <a:lnSpc>
                <a:spcPct val="100000"/>
              </a:lnSpc>
              <a:spcBef>
                <a:spcPts val="567"/>
              </a:spcBef>
              <a:buClr>
                <a:srgbClr val="000000"/>
              </a:buClr>
              <a:buSzPct val="75000"/>
              <a:buFont typeface="Symbol" charset="2"/>
              <a:buChar char=""/>
            </a:pPr>
            <a:r>
              <a:rPr lang="en-US" sz="4400" b="0" u="none" strike="noStrike">
                <a:solidFill>
                  <a:srgbClr val="000000"/>
                </a:solidFill>
                <a:effectLst/>
                <a:uFillTx/>
                <a:latin typeface="Arial"/>
              </a:rPr>
              <a:t>Fourth Outline Level</a:t>
            </a:r>
            <a:endParaRPr lang="en-US" sz="4400" b="0" u="none" strike="noStrike">
              <a:solidFill>
                <a:srgbClr val="000000"/>
              </a:solidFill>
              <a:effectLst/>
              <a:uFillTx/>
              <a:latin typeface="Arial"/>
            </a:endParaRPr>
          </a:p>
          <a:p>
            <a:pPr marL="2286000" lvl="4" indent="-40644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Fifth Outline Level</a:t>
            </a:r>
            <a:endParaRPr lang="en-US" sz="44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Sixth Outline Level</a:t>
            </a:r>
            <a:endParaRPr lang="en-US" sz="44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Seventh Outline Level</a:t>
            </a:r>
            <a:endParaRPr lang="en-US" sz="4400" b="0" u="none" strike="noStrike">
              <a:solidFill>
                <a:srgbClr val="000000"/>
              </a:solidFill>
              <a:effectLst/>
              <a:uFillTx/>
              <a:latin typeface="Arial"/>
            </a:endParaRPr>
          </a:p>
        </p:txBody>
      </p:sp>
      <p:sp>
        <p:nvSpPr>
          <p:cNvPr id="272" name="PlaceHolder 4"/>
          <p:cNvSpPr>
            <a:spLocks noGrp="1"/>
          </p:cNvSpPr>
          <p:nvPr>
            <p:ph type="body"/>
          </p:nvPr>
        </p:nvSpPr>
        <p:spPr>
          <a:xfrm>
            <a:off x="19129320" y="3731760"/>
            <a:ext cx="14637960" cy="14068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800" b="0" u="none" strike="noStrike">
                <a:solidFill>
                  <a:srgbClr val="000000"/>
                </a:solidFill>
                <a:effectLst/>
                <a:uFillTx/>
                <a:latin typeface="Arial"/>
              </a:rPr>
              <a:t>Click to edit the outline text format</a:t>
            </a:r>
            <a:endParaRPr lang="en-US" sz="4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800" b="0" u="none" strike="noStrike">
                <a:solidFill>
                  <a:srgbClr val="000000"/>
                </a:solidFill>
                <a:effectLst/>
                <a:uFillTx/>
                <a:latin typeface="Arial"/>
              </a:rPr>
              <a:t>Second Outline Level</a:t>
            </a:r>
            <a:endParaRPr lang="en-US" sz="4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800" b="0" u="none" strike="noStrike">
                <a:solidFill>
                  <a:srgbClr val="000000"/>
                </a:solidFill>
                <a:effectLst/>
                <a:uFillTx/>
                <a:latin typeface="Arial"/>
              </a:rPr>
              <a:t>Third Outline Level</a:t>
            </a:r>
            <a:endParaRPr lang="en-US" sz="4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800" b="0" u="none" strike="noStrike">
                <a:solidFill>
                  <a:srgbClr val="000000"/>
                </a:solidFill>
                <a:effectLst/>
                <a:uFillTx/>
                <a:latin typeface="Arial"/>
              </a:rPr>
              <a:t>Fourth Outline Level</a:t>
            </a:r>
            <a:endParaRPr lang="en-US" sz="4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Fifth Outline Level</a:t>
            </a:r>
            <a:endParaRPr lang="en-US" sz="4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Sixth Outline Level</a:t>
            </a:r>
            <a:endParaRPr lang="en-US" sz="4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Seventh Outline Level</a:t>
            </a:r>
            <a:endParaRPr lang="en-US" sz="4800" b="0" u="none" strike="noStrike">
              <a:solidFill>
                <a:srgbClr val="000000"/>
              </a:solidFill>
              <a:effectLst/>
              <a:uFillTx/>
              <a:latin typeface="Arial"/>
            </a:endParaRPr>
          </a:p>
        </p:txBody>
      </p:sp>
      <p:cxnSp>
        <p:nvCxnSpPr>
          <p:cNvPr id="273" name="Google Shape;67;p13"/>
          <p:cNvCxnSpPr/>
          <p:nvPr/>
        </p:nvCxnSpPr>
        <p:spPr>
          <a:xfrm>
            <a:off x="16413120" y="5693040"/>
            <a:ext cx="17283960" cy="1440"/>
          </a:xfrm>
          <a:prstGeom prst="straightConnector1">
            <a:avLst/>
          </a:prstGeom>
          <a:ln w="31750">
            <a:solidFill>
              <a:srgbClr val="8C8C8C"/>
            </a:solidFill>
            <a:round/>
          </a:ln>
        </p:spPr>
      </p:cxn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p:bg>
      <p:bgPr>
        <a:solidFill>
          <a:schemeClr val="dk1"/>
        </a:solidFill>
      </p:bgPr>
    </p:bg>
    <p:spTree>
      <p:nvGrpSpPr>
        <p:cNvPr id="1" name=""/>
        <p:cNvGrpSpPr/>
        <p:nvPr/>
      </p:nvGrpSpPr>
      <p:grpSpPr>
        <a:xfrm>
          <a:off x="0" y="0"/>
          <a:ext cx="0" cy="0"/>
          <a:chOff x="0" y="0"/>
          <a:chExt cx="0" cy="0"/>
        </a:xfrm>
      </p:grpSpPr>
      <p:grpSp>
        <p:nvGrpSpPr>
          <p:cNvPr id="274" name="Google Shape;10;p1"/>
          <p:cNvGrpSpPr/>
          <p:nvPr/>
        </p:nvGrpSpPr>
        <p:grpSpPr>
          <a:xfrm>
            <a:off x="34061400" y="19504440"/>
            <a:ext cx="2513160" cy="1071360"/>
            <a:chOff x="34061400" y="19504440"/>
            <a:chExt cx="2513160" cy="1071360"/>
          </a:xfrm>
        </p:grpSpPr>
        <p:sp>
          <p:nvSpPr>
            <p:cNvPr id="275"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276"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pic>
        <p:nvPicPr>
          <p:cNvPr id="277" name="Google Shape;14;p2" descr="A green and white background&#10;&#10;Description automatically generated"/>
          <p:cNvPicPr/>
          <p:nvPr/>
        </p:nvPicPr>
        <p:blipFill>
          <a:blip r:embed="rId3"/>
          <a:stretch/>
        </p:blipFill>
        <p:spPr>
          <a:xfrm>
            <a:off x="0" y="0"/>
            <a:ext cx="36574560" cy="20572560"/>
          </a:xfrm>
          <a:prstGeom prst="rect">
            <a:avLst/>
          </a:prstGeom>
          <a:noFill/>
          <a:ln w="0">
            <a:noFill/>
          </a:ln>
        </p:spPr>
      </p:pic>
      <p:pic>
        <p:nvPicPr>
          <p:cNvPr id="278" name="Google Shape;15;p2" descr="A picture containing graphics, logo, symbol, graphic design&#10;&#10;Description automatically generated"/>
          <p:cNvPicPr/>
          <p:nvPr/>
        </p:nvPicPr>
        <p:blipFill>
          <a:blip r:embed="rId4"/>
          <a:stretch/>
        </p:blipFill>
        <p:spPr>
          <a:xfrm>
            <a:off x="816120" y="773640"/>
            <a:ext cx="8364600" cy="2880720"/>
          </a:xfrm>
          <a:prstGeom prst="rect">
            <a:avLst/>
          </a:prstGeom>
          <a:noFill/>
          <a:ln w="0">
            <a:noFill/>
          </a:ln>
        </p:spPr>
      </p:pic>
      <p:sp>
        <p:nvSpPr>
          <p:cNvPr id="279" name="PlaceHolder 1"/>
          <p:cNvSpPr>
            <a:spLocks noGrp="1"/>
          </p:cNvSpPr>
          <p:nvPr>
            <p:ph type="title"/>
          </p:nvPr>
        </p:nvSpPr>
        <p:spPr>
          <a:xfrm>
            <a:off x="1513080" y="2983680"/>
            <a:ext cx="19280880" cy="493632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8800" b="0" u="none" strike="noStrike">
                <a:solidFill>
                  <a:srgbClr val="000000"/>
                </a:solidFill>
                <a:effectLst/>
                <a:uFillTx/>
                <a:latin typeface="Arial"/>
              </a:defRPr>
            </a:lvl1pPr>
          </a:lstStyle>
          <a:p>
            <a:pPr indent="0" algn="l">
              <a:lnSpc>
                <a:spcPct val="100000"/>
              </a:lnSpc>
              <a:buNone/>
              <a:tabLst>
                <a:tab pos="0" algn="l"/>
              </a:tabLst>
            </a:pPr>
            <a:r>
              <a:rPr lang="en-US" sz="8800" b="0" u="none" strike="noStrike">
                <a:solidFill>
                  <a:srgbClr val="000000"/>
                </a:solidFill>
                <a:effectLst/>
                <a:uFillTx/>
                <a:latin typeface="Arial"/>
              </a:rPr>
              <a:t>Click to edit the title text format</a:t>
            </a:r>
            <a:endParaRPr lang="en-US" sz="8800" b="0" u="none" strike="noStrike">
              <a:solidFill>
                <a:srgbClr val="000000"/>
              </a:solidFill>
              <a:effectLst/>
              <a:uFillTx/>
              <a:latin typeface="Arial"/>
            </a:endParaRPr>
          </a:p>
        </p:txBody>
      </p:sp>
      <p:sp>
        <p:nvSpPr>
          <p:cNvPr id="280" name="PlaceHolder 2"/>
          <p:cNvSpPr>
            <a:spLocks noGrp="1"/>
          </p:cNvSpPr>
          <p:nvPr>
            <p:ph type="body"/>
          </p:nvPr>
        </p:nvSpPr>
        <p:spPr>
          <a:xfrm>
            <a:off x="1828800" y="4814280"/>
            <a:ext cx="32916960" cy="119314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14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4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4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400" b="0" u="none" strike="noStrike">
                <a:solidFill>
                  <a:srgbClr val="000000"/>
                </a:solidFill>
                <a:effectLst/>
                <a:uFillTx/>
                <a:latin typeface="Arial"/>
              </a:rPr>
              <a:t>Click to edit the outline text format</a:t>
            </a:r>
            <a:endParaRPr lang="en-US" sz="14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400" b="0" u="none" strike="noStrike">
                <a:solidFill>
                  <a:srgbClr val="000000"/>
                </a:solidFill>
                <a:effectLst/>
                <a:uFillTx/>
                <a:latin typeface="Arial"/>
              </a:rPr>
              <a:t>Second Outline Level</a:t>
            </a:r>
            <a:endParaRPr lang="en-US" sz="14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400" b="0" u="none" strike="noStrike">
                <a:solidFill>
                  <a:srgbClr val="000000"/>
                </a:solidFill>
                <a:effectLst/>
                <a:uFillTx/>
                <a:latin typeface="Arial"/>
              </a:rPr>
              <a:t>Third Outline Level</a:t>
            </a:r>
            <a:endParaRPr lang="en-US" sz="1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400" b="0" u="none" strike="noStrike">
                <a:solidFill>
                  <a:srgbClr val="000000"/>
                </a:solidFill>
                <a:effectLst/>
                <a:uFillTx/>
                <a:latin typeface="Arial"/>
              </a:rPr>
              <a:t>Fourth Outline Level</a:t>
            </a:r>
            <a:endParaRPr lang="en-US" sz="14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 Left - Text Right NO SUBTITLE">
    <p:bg>
      <p:bgPr>
        <a:solidFill>
          <a:schemeClr val="dk1"/>
        </a:solidFill>
      </p:bgPr>
    </p:bg>
    <p:spTree>
      <p:nvGrpSpPr>
        <p:cNvPr id="1" name=""/>
        <p:cNvGrpSpPr/>
        <p:nvPr/>
      </p:nvGrpSpPr>
      <p:grpSpPr>
        <a:xfrm>
          <a:off x="0" y="0"/>
          <a:ext cx="0" cy="0"/>
          <a:chOff x="0" y="0"/>
          <a:chExt cx="0" cy="0"/>
        </a:xfrm>
      </p:grpSpPr>
      <p:grpSp>
        <p:nvGrpSpPr>
          <p:cNvPr id="281" name="Google Shape;10;p1"/>
          <p:cNvGrpSpPr/>
          <p:nvPr/>
        </p:nvGrpSpPr>
        <p:grpSpPr>
          <a:xfrm>
            <a:off x="34061400" y="19504440"/>
            <a:ext cx="2513160" cy="1071360"/>
            <a:chOff x="34061400" y="19504440"/>
            <a:chExt cx="2513160" cy="1071360"/>
          </a:xfrm>
        </p:grpSpPr>
        <p:sp>
          <p:nvSpPr>
            <p:cNvPr id="282"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283"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sp>
        <p:nvSpPr>
          <p:cNvPr id="284" name="PlaceHolder 1"/>
          <p:cNvSpPr>
            <a:spLocks noGrp="1"/>
          </p:cNvSpPr>
          <p:nvPr>
            <p:ph type="body"/>
          </p:nvPr>
        </p:nvSpPr>
        <p:spPr>
          <a:xfrm>
            <a:off x="19129320" y="6988320"/>
            <a:ext cx="14637960" cy="1134396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4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4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4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7pPr>
          </a:lstStyle>
          <a:p>
            <a:pPr marL="457200" indent="-507960" algn="l">
              <a:lnSpc>
                <a:spcPct val="100000"/>
              </a:lnSpc>
              <a:spcBef>
                <a:spcPts val="1417"/>
              </a:spcBef>
              <a:buClr>
                <a:srgbClr val="000000"/>
              </a:buClr>
              <a:buSzPct val="45000"/>
              <a:buFont typeface="Wingdings" charset="2"/>
              <a:buChar char=""/>
            </a:pPr>
            <a:r>
              <a:rPr lang="en-US" sz="4400" b="0" u="none" strike="noStrike">
                <a:solidFill>
                  <a:srgbClr val="000000"/>
                </a:solidFill>
                <a:effectLst/>
                <a:uFillTx/>
                <a:latin typeface="Arial"/>
              </a:rPr>
              <a:t>Click to edit the outline text format</a:t>
            </a:r>
            <a:endParaRPr lang="en-US" sz="4400" b="0" u="none" strike="noStrike">
              <a:solidFill>
                <a:srgbClr val="000000"/>
              </a:solidFill>
              <a:effectLst/>
              <a:uFillTx/>
              <a:latin typeface="Arial"/>
            </a:endParaRPr>
          </a:p>
          <a:p>
            <a:pPr marL="914400" lvl="1" indent="-482760" algn="l">
              <a:lnSpc>
                <a:spcPct val="100000"/>
              </a:lnSpc>
              <a:spcBef>
                <a:spcPts val="1134"/>
              </a:spcBef>
              <a:buClr>
                <a:srgbClr val="000000"/>
              </a:buClr>
              <a:buSzPct val="75000"/>
              <a:buFont typeface="Symbol" charset="2"/>
              <a:buChar char=""/>
            </a:pPr>
            <a:r>
              <a:rPr lang="en-US" sz="4400" b="0" u="none" strike="noStrike">
                <a:solidFill>
                  <a:srgbClr val="000000"/>
                </a:solidFill>
                <a:effectLst/>
                <a:uFillTx/>
                <a:latin typeface="Arial"/>
              </a:rPr>
              <a:t>Second Outline Level</a:t>
            </a:r>
            <a:endParaRPr lang="en-US" sz="4400" b="0" u="none" strike="noStrike">
              <a:solidFill>
                <a:srgbClr val="000000"/>
              </a:solidFill>
              <a:effectLst/>
              <a:uFillTx/>
              <a:latin typeface="Arial"/>
            </a:endParaRPr>
          </a:p>
          <a:p>
            <a:pPr marL="1371600" lvl="2" indent="-457200" algn="l">
              <a:lnSpc>
                <a:spcPct val="100000"/>
              </a:lnSpc>
              <a:spcBef>
                <a:spcPts val="850"/>
              </a:spcBef>
              <a:buClr>
                <a:srgbClr val="000000"/>
              </a:buClr>
              <a:buSzPct val="45000"/>
              <a:buFont typeface="Wingdings" charset="2"/>
              <a:buChar char=""/>
            </a:pPr>
            <a:r>
              <a:rPr lang="en-US" sz="4400" b="0" u="none" strike="noStrike">
                <a:solidFill>
                  <a:srgbClr val="000000"/>
                </a:solidFill>
                <a:effectLst/>
                <a:uFillTx/>
                <a:latin typeface="Arial"/>
              </a:rPr>
              <a:t>Third Outline Level</a:t>
            </a:r>
            <a:endParaRPr lang="en-US" sz="4400" b="0" u="none" strike="noStrike">
              <a:solidFill>
                <a:srgbClr val="000000"/>
              </a:solidFill>
              <a:effectLst/>
              <a:uFillTx/>
              <a:latin typeface="Arial"/>
            </a:endParaRPr>
          </a:p>
          <a:p>
            <a:pPr marL="1828800" lvl="3" indent="-431640" algn="l">
              <a:lnSpc>
                <a:spcPct val="100000"/>
              </a:lnSpc>
              <a:spcBef>
                <a:spcPts val="567"/>
              </a:spcBef>
              <a:buClr>
                <a:srgbClr val="000000"/>
              </a:buClr>
              <a:buSzPct val="75000"/>
              <a:buFont typeface="Symbol" charset="2"/>
              <a:buChar char=""/>
            </a:pPr>
            <a:r>
              <a:rPr lang="en-US" sz="4400" b="0" u="none" strike="noStrike">
                <a:solidFill>
                  <a:srgbClr val="000000"/>
                </a:solidFill>
                <a:effectLst/>
                <a:uFillTx/>
                <a:latin typeface="Arial"/>
              </a:rPr>
              <a:t>Fourth Outline Level</a:t>
            </a:r>
            <a:endParaRPr lang="en-US" sz="4400" b="0" u="none" strike="noStrike">
              <a:solidFill>
                <a:srgbClr val="000000"/>
              </a:solidFill>
              <a:effectLst/>
              <a:uFillTx/>
              <a:latin typeface="Arial"/>
            </a:endParaRPr>
          </a:p>
          <a:p>
            <a:pPr marL="2286000" lvl="4" indent="-40644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Fifth Outline Level</a:t>
            </a:r>
            <a:endParaRPr lang="en-US" sz="44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Sixth Outline Level</a:t>
            </a:r>
            <a:endParaRPr lang="en-US" sz="44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Seventh Outline Level</a:t>
            </a:r>
            <a:endParaRPr lang="en-US" sz="4400" b="0" u="none" strike="noStrike">
              <a:solidFill>
                <a:srgbClr val="000000"/>
              </a:solidFill>
              <a:effectLst/>
              <a:uFillTx/>
              <a:latin typeface="Arial"/>
            </a:endParaRPr>
          </a:p>
        </p:txBody>
      </p:sp>
      <p:cxnSp>
        <p:nvCxnSpPr>
          <p:cNvPr id="285" name="Google Shape;70;p14"/>
          <p:cNvCxnSpPr/>
          <p:nvPr/>
        </p:nvCxnSpPr>
        <p:spPr>
          <a:xfrm>
            <a:off x="16413120" y="5693040"/>
            <a:ext cx="17283960" cy="1440"/>
          </a:xfrm>
          <a:prstGeom prst="straightConnector1">
            <a:avLst/>
          </a:prstGeom>
          <a:ln w="31750">
            <a:solidFill>
              <a:srgbClr val="8C8C8C"/>
            </a:solidFill>
            <a:round/>
          </a:ln>
        </p:spPr>
      </p:cxnSp>
      <p:sp>
        <p:nvSpPr>
          <p:cNvPr id="286" name="PlaceHolder 2"/>
          <p:cNvSpPr>
            <a:spLocks noGrp="1"/>
          </p:cNvSpPr>
          <p:nvPr>
            <p:ph type="title"/>
          </p:nvPr>
        </p:nvSpPr>
        <p:spPr>
          <a:xfrm>
            <a:off x="19129320" y="1218600"/>
            <a:ext cx="14637960" cy="336420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7200" b="0" u="none" strike="noStrike">
                <a:solidFill>
                  <a:srgbClr val="000000"/>
                </a:solidFill>
                <a:effectLst/>
                <a:uFillTx/>
                <a:latin typeface="Arial"/>
              </a:defRPr>
            </a:lvl1pPr>
          </a:lstStyle>
          <a:p>
            <a:pPr indent="0" algn="l">
              <a:lnSpc>
                <a:spcPct val="100000"/>
              </a:lnSpc>
              <a:buNone/>
              <a:tabLst>
                <a:tab pos="0" algn="l"/>
              </a:tabLst>
            </a:pPr>
            <a:r>
              <a:rPr lang="en-US" sz="7200" b="0" u="none" strike="noStrike">
                <a:solidFill>
                  <a:srgbClr val="000000"/>
                </a:solidFill>
                <a:effectLst/>
                <a:uFillTx/>
                <a:latin typeface="Arial"/>
              </a:rPr>
              <a:t>Click to edit the title text format</a:t>
            </a:r>
            <a:endParaRPr lang="en-US" sz="7200" b="0" u="none" strike="noStrike">
              <a:solidFill>
                <a:srgbClr val="000000"/>
              </a:solidFill>
              <a:effectLst/>
              <a:uFillTx/>
              <a:latin typeface="Arial"/>
            </a:endParaRPr>
          </a:p>
        </p:txBody>
      </p:sp>
      <p:sp>
        <p:nvSpPr>
          <p:cNvPr id="287" name="PlaceHolder 3"/>
          <p:cNvSpPr>
            <a:spLocks noGrp="1"/>
          </p:cNvSpPr>
          <p:nvPr>
            <p:ph type="body"/>
          </p:nvPr>
        </p:nvSpPr>
        <p:spPr>
          <a:xfrm>
            <a:off x="0" y="0"/>
            <a:ext cx="16411680" cy="20572560"/>
          </a:xfrm>
          <a:prstGeom prst="rect">
            <a:avLst/>
          </a:prstGeom>
          <a:solidFill>
            <a:srgbClr val="F2F2F2">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 Right - Text Left">
    <p:bg>
      <p:bgPr>
        <a:solidFill>
          <a:schemeClr val="dk1"/>
        </a:solidFill>
      </p:bgPr>
    </p:bg>
    <p:spTree>
      <p:nvGrpSpPr>
        <p:cNvPr id="1" name=""/>
        <p:cNvGrpSpPr/>
        <p:nvPr/>
      </p:nvGrpSpPr>
      <p:grpSpPr>
        <a:xfrm>
          <a:off x="0" y="0"/>
          <a:ext cx="0" cy="0"/>
          <a:chOff x="0" y="0"/>
          <a:chExt cx="0" cy="0"/>
        </a:xfrm>
      </p:grpSpPr>
      <p:grpSp>
        <p:nvGrpSpPr>
          <p:cNvPr id="288" name="Google Shape;10;p1"/>
          <p:cNvGrpSpPr/>
          <p:nvPr/>
        </p:nvGrpSpPr>
        <p:grpSpPr>
          <a:xfrm>
            <a:off x="34061400" y="19504440"/>
            <a:ext cx="2513160" cy="1071360"/>
            <a:chOff x="34061400" y="19504440"/>
            <a:chExt cx="2513160" cy="1071360"/>
          </a:xfrm>
        </p:grpSpPr>
        <p:sp>
          <p:nvSpPr>
            <p:cNvPr id="289"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290"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sp>
        <p:nvSpPr>
          <p:cNvPr id="291" name="Google Shape;74;p15"/>
          <p:cNvSpPr/>
          <p:nvPr/>
        </p:nvSpPr>
        <p:spPr>
          <a:xfrm>
            <a:off x="32964120" y="18928080"/>
            <a:ext cx="3610440" cy="1644480"/>
          </a:xfrm>
          <a:prstGeom prst="rect">
            <a:avLst/>
          </a:prstGeom>
          <a:solidFill>
            <a:schemeClr val="dk1"/>
          </a:solidFill>
          <a:ln w="0">
            <a:noFill/>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292" name="PlaceHolder 1"/>
          <p:cNvSpPr>
            <a:spLocks noGrp="1"/>
          </p:cNvSpPr>
          <p:nvPr>
            <p:ph type="body"/>
          </p:nvPr>
        </p:nvSpPr>
        <p:spPr>
          <a:xfrm>
            <a:off x="20162880" y="0"/>
            <a:ext cx="16411680" cy="20572560"/>
          </a:xfrm>
          <a:prstGeom prst="rect">
            <a:avLst/>
          </a:prstGeom>
          <a:solidFill>
            <a:srgbClr val="F2F2F2">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293" name="PlaceHolder 2"/>
          <p:cNvSpPr>
            <a:spLocks noGrp="1"/>
          </p:cNvSpPr>
          <p:nvPr>
            <p:ph type="title"/>
          </p:nvPr>
        </p:nvSpPr>
        <p:spPr>
          <a:xfrm>
            <a:off x="2597040" y="302040"/>
            <a:ext cx="14637960" cy="336420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7200" b="0" u="none" strike="noStrike">
                <a:solidFill>
                  <a:srgbClr val="000000"/>
                </a:solidFill>
                <a:effectLst/>
                <a:uFillTx/>
                <a:latin typeface="Arial"/>
              </a:defRPr>
            </a:lvl1pPr>
          </a:lstStyle>
          <a:p>
            <a:pPr indent="0" algn="l">
              <a:lnSpc>
                <a:spcPct val="100000"/>
              </a:lnSpc>
              <a:buNone/>
              <a:tabLst>
                <a:tab pos="0" algn="l"/>
              </a:tabLst>
            </a:pPr>
            <a:r>
              <a:rPr lang="en-US" sz="7200" b="0" u="none" strike="noStrike">
                <a:solidFill>
                  <a:srgbClr val="000000"/>
                </a:solidFill>
                <a:effectLst/>
                <a:uFillTx/>
                <a:latin typeface="Arial"/>
              </a:rPr>
              <a:t>Click to edit the title text format</a:t>
            </a:r>
            <a:endParaRPr lang="en-US" sz="7200" b="0" u="none" strike="noStrike">
              <a:solidFill>
                <a:srgbClr val="000000"/>
              </a:solidFill>
              <a:effectLst/>
              <a:uFillTx/>
              <a:latin typeface="Arial"/>
            </a:endParaRPr>
          </a:p>
        </p:txBody>
      </p:sp>
      <p:sp>
        <p:nvSpPr>
          <p:cNvPr id="294" name="PlaceHolder 3"/>
          <p:cNvSpPr>
            <a:spLocks noGrp="1"/>
          </p:cNvSpPr>
          <p:nvPr>
            <p:ph type="body"/>
          </p:nvPr>
        </p:nvSpPr>
        <p:spPr>
          <a:xfrm>
            <a:off x="2597040" y="6988320"/>
            <a:ext cx="14637960" cy="1134396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4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4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4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7pPr>
          </a:lstStyle>
          <a:p>
            <a:pPr marL="457200" indent="-507960" algn="l">
              <a:lnSpc>
                <a:spcPct val="100000"/>
              </a:lnSpc>
              <a:spcBef>
                <a:spcPts val="1417"/>
              </a:spcBef>
              <a:buClr>
                <a:srgbClr val="000000"/>
              </a:buClr>
              <a:buSzPct val="45000"/>
              <a:buFont typeface="Wingdings" charset="2"/>
              <a:buChar char=""/>
            </a:pPr>
            <a:r>
              <a:rPr lang="en-US" sz="4400" b="0" u="none" strike="noStrike">
                <a:solidFill>
                  <a:srgbClr val="000000"/>
                </a:solidFill>
                <a:effectLst/>
                <a:uFillTx/>
                <a:latin typeface="Arial"/>
              </a:rPr>
              <a:t>Click to edit the outline text format</a:t>
            </a:r>
            <a:endParaRPr lang="en-US" sz="4400" b="0" u="none" strike="noStrike">
              <a:solidFill>
                <a:srgbClr val="000000"/>
              </a:solidFill>
              <a:effectLst/>
              <a:uFillTx/>
              <a:latin typeface="Arial"/>
            </a:endParaRPr>
          </a:p>
          <a:p>
            <a:pPr marL="914400" lvl="1" indent="-482760" algn="l">
              <a:lnSpc>
                <a:spcPct val="100000"/>
              </a:lnSpc>
              <a:spcBef>
                <a:spcPts val="1134"/>
              </a:spcBef>
              <a:buClr>
                <a:srgbClr val="000000"/>
              </a:buClr>
              <a:buSzPct val="75000"/>
              <a:buFont typeface="Symbol" charset="2"/>
              <a:buChar char=""/>
            </a:pPr>
            <a:r>
              <a:rPr lang="en-US" sz="4400" b="0" u="none" strike="noStrike">
                <a:solidFill>
                  <a:srgbClr val="000000"/>
                </a:solidFill>
                <a:effectLst/>
                <a:uFillTx/>
                <a:latin typeface="Arial"/>
              </a:rPr>
              <a:t>Second Outline Level</a:t>
            </a:r>
            <a:endParaRPr lang="en-US" sz="4400" b="0" u="none" strike="noStrike">
              <a:solidFill>
                <a:srgbClr val="000000"/>
              </a:solidFill>
              <a:effectLst/>
              <a:uFillTx/>
              <a:latin typeface="Arial"/>
            </a:endParaRPr>
          </a:p>
          <a:p>
            <a:pPr marL="1371600" lvl="2" indent="-457200" algn="l">
              <a:lnSpc>
                <a:spcPct val="100000"/>
              </a:lnSpc>
              <a:spcBef>
                <a:spcPts val="850"/>
              </a:spcBef>
              <a:buClr>
                <a:srgbClr val="000000"/>
              </a:buClr>
              <a:buSzPct val="45000"/>
              <a:buFont typeface="Wingdings" charset="2"/>
              <a:buChar char=""/>
            </a:pPr>
            <a:r>
              <a:rPr lang="en-US" sz="4400" b="0" u="none" strike="noStrike">
                <a:solidFill>
                  <a:srgbClr val="000000"/>
                </a:solidFill>
                <a:effectLst/>
                <a:uFillTx/>
                <a:latin typeface="Arial"/>
              </a:rPr>
              <a:t>Third Outline Level</a:t>
            </a:r>
            <a:endParaRPr lang="en-US" sz="4400" b="0" u="none" strike="noStrike">
              <a:solidFill>
                <a:srgbClr val="000000"/>
              </a:solidFill>
              <a:effectLst/>
              <a:uFillTx/>
              <a:latin typeface="Arial"/>
            </a:endParaRPr>
          </a:p>
          <a:p>
            <a:pPr marL="1828800" lvl="3" indent="-431640" algn="l">
              <a:lnSpc>
                <a:spcPct val="100000"/>
              </a:lnSpc>
              <a:spcBef>
                <a:spcPts val="567"/>
              </a:spcBef>
              <a:buClr>
                <a:srgbClr val="000000"/>
              </a:buClr>
              <a:buSzPct val="75000"/>
              <a:buFont typeface="Symbol" charset="2"/>
              <a:buChar char=""/>
            </a:pPr>
            <a:r>
              <a:rPr lang="en-US" sz="4400" b="0" u="none" strike="noStrike">
                <a:solidFill>
                  <a:srgbClr val="000000"/>
                </a:solidFill>
                <a:effectLst/>
                <a:uFillTx/>
                <a:latin typeface="Arial"/>
              </a:rPr>
              <a:t>Fourth Outline Level</a:t>
            </a:r>
            <a:endParaRPr lang="en-US" sz="4400" b="0" u="none" strike="noStrike">
              <a:solidFill>
                <a:srgbClr val="000000"/>
              </a:solidFill>
              <a:effectLst/>
              <a:uFillTx/>
              <a:latin typeface="Arial"/>
            </a:endParaRPr>
          </a:p>
          <a:p>
            <a:pPr marL="2286000" lvl="4" indent="-40644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Fifth Outline Level</a:t>
            </a:r>
            <a:endParaRPr lang="en-US" sz="44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Sixth Outline Level</a:t>
            </a:r>
            <a:endParaRPr lang="en-US" sz="44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Seventh Outline Level</a:t>
            </a:r>
            <a:endParaRPr lang="en-US" sz="4400" b="0" u="none" strike="noStrike">
              <a:solidFill>
                <a:srgbClr val="000000"/>
              </a:solidFill>
              <a:effectLst/>
              <a:uFillTx/>
              <a:latin typeface="Arial"/>
            </a:endParaRPr>
          </a:p>
        </p:txBody>
      </p:sp>
      <p:sp>
        <p:nvSpPr>
          <p:cNvPr id="295" name="PlaceHolder 4"/>
          <p:cNvSpPr>
            <a:spLocks noGrp="1"/>
          </p:cNvSpPr>
          <p:nvPr>
            <p:ph type="body"/>
          </p:nvPr>
        </p:nvSpPr>
        <p:spPr>
          <a:xfrm>
            <a:off x="2597040" y="3731760"/>
            <a:ext cx="14637960" cy="14068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800" b="0" u="none" strike="noStrike">
                <a:solidFill>
                  <a:srgbClr val="000000"/>
                </a:solidFill>
                <a:effectLst/>
                <a:uFillTx/>
                <a:latin typeface="Arial"/>
              </a:rPr>
              <a:t>Click to edit the outline text format</a:t>
            </a:r>
            <a:endParaRPr lang="en-US" sz="4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800" b="0" u="none" strike="noStrike">
                <a:solidFill>
                  <a:srgbClr val="000000"/>
                </a:solidFill>
                <a:effectLst/>
                <a:uFillTx/>
                <a:latin typeface="Arial"/>
              </a:rPr>
              <a:t>Second Outline Level</a:t>
            </a:r>
            <a:endParaRPr lang="en-US" sz="4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800" b="0" u="none" strike="noStrike">
                <a:solidFill>
                  <a:srgbClr val="000000"/>
                </a:solidFill>
                <a:effectLst/>
                <a:uFillTx/>
                <a:latin typeface="Arial"/>
              </a:rPr>
              <a:t>Third Outline Level</a:t>
            </a:r>
            <a:endParaRPr lang="en-US" sz="4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800" b="0" u="none" strike="noStrike">
                <a:solidFill>
                  <a:srgbClr val="000000"/>
                </a:solidFill>
                <a:effectLst/>
                <a:uFillTx/>
                <a:latin typeface="Arial"/>
              </a:rPr>
              <a:t>Fourth Outline Level</a:t>
            </a:r>
            <a:endParaRPr lang="en-US" sz="4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Fifth Outline Level</a:t>
            </a:r>
            <a:endParaRPr lang="en-US" sz="4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Sixth Outline Level</a:t>
            </a:r>
            <a:endParaRPr lang="en-US" sz="4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Seventh Outline Level</a:t>
            </a:r>
            <a:endParaRPr lang="en-US" sz="4800" b="0" u="none" strike="noStrike">
              <a:solidFill>
                <a:srgbClr val="000000"/>
              </a:solidFill>
              <a:effectLst/>
              <a:uFillTx/>
              <a:latin typeface="Arial"/>
            </a:endParaRPr>
          </a:p>
        </p:txBody>
      </p:sp>
      <p:grpSp>
        <p:nvGrpSpPr>
          <p:cNvPr id="296" name="Google Shape;79;p15"/>
          <p:cNvGrpSpPr/>
          <p:nvPr/>
        </p:nvGrpSpPr>
        <p:grpSpPr>
          <a:xfrm>
            <a:off x="0" y="19504440"/>
            <a:ext cx="2329200" cy="1081440"/>
            <a:chOff x="0" y="19504440"/>
            <a:chExt cx="2329200" cy="1081440"/>
          </a:xfrm>
        </p:grpSpPr>
        <p:sp>
          <p:nvSpPr>
            <p:cNvPr id="297" name="Google Shape;80;p15"/>
            <p:cNvSpPr/>
            <p:nvPr/>
          </p:nvSpPr>
          <p:spPr>
            <a:xfrm>
              <a:off x="0" y="1969776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298" name="Google Shape;81;p15" descr="A picture containing shape&#10;&#10;Description automatically generated"/>
            <p:cNvPicPr/>
            <p:nvPr/>
          </p:nvPicPr>
          <p:blipFill>
            <a:blip r:embed="rId3"/>
            <a:stretch/>
          </p:blipFill>
          <p:spPr>
            <a:xfrm>
              <a:off x="327240" y="19504440"/>
              <a:ext cx="2001960" cy="688680"/>
            </a:xfrm>
            <a:prstGeom prst="rect">
              <a:avLst/>
            </a:prstGeom>
            <a:noFill/>
            <a:ln w="0">
              <a:noFill/>
            </a:ln>
          </p:spPr>
        </p:pic>
      </p:grpSp>
      <p:cxnSp>
        <p:nvCxnSpPr>
          <p:cNvPr id="299" name="Google Shape;82;p15"/>
          <p:cNvCxnSpPr/>
          <p:nvPr/>
        </p:nvCxnSpPr>
        <p:spPr>
          <a:xfrm>
            <a:off x="0" y="5693040"/>
            <a:ext cx="17237880" cy="1440"/>
          </a:xfrm>
          <a:prstGeom prst="straightConnector1">
            <a:avLst/>
          </a:prstGeom>
          <a:ln w="31750">
            <a:solidFill>
              <a:srgbClr val="8C8C8C"/>
            </a:solidFill>
            <a:round/>
          </a:ln>
        </p:spPr>
      </p:cxn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DING Layout">
    <p:bg>
      <p:bgPr>
        <a:solidFill>
          <a:schemeClr val="dk1"/>
        </a:solidFill>
      </p:bgPr>
    </p:bg>
    <p:spTree>
      <p:nvGrpSpPr>
        <p:cNvPr id="1" name=""/>
        <p:cNvGrpSpPr/>
        <p:nvPr/>
      </p:nvGrpSpPr>
      <p:grpSpPr>
        <a:xfrm>
          <a:off x="0" y="0"/>
          <a:ext cx="0" cy="0"/>
          <a:chOff x="0" y="0"/>
          <a:chExt cx="0" cy="0"/>
        </a:xfrm>
      </p:grpSpPr>
      <p:grpSp>
        <p:nvGrpSpPr>
          <p:cNvPr id="300" name="Google Shape;10;p1"/>
          <p:cNvGrpSpPr/>
          <p:nvPr/>
        </p:nvGrpSpPr>
        <p:grpSpPr>
          <a:xfrm>
            <a:off x="34061400" y="19504440"/>
            <a:ext cx="2513160" cy="1071360"/>
            <a:chOff x="34061400" y="19504440"/>
            <a:chExt cx="2513160" cy="1071360"/>
          </a:xfrm>
        </p:grpSpPr>
        <p:sp>
          <p:nvSpPr>
            <p:cNvPr id="301"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302"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sp>
        <p:nvSpPr>
          <p:cNvPr id="303" name="Google Shape;84;p16"/>
          <p:cNvSpPr/>
          <p:nvPr/>
        </p:nvSpPr>
        <p:spPr>
          <a:xfrm>
            <a:off x="32689800" y="18333720"/>
            <a:ext cx="3884760" cy="2238840"/>
          </a:xfrm>
          <a:prstGeom prst="rect">
            <a:avLst/>
          </a:prstGeom>
          <a:solidFill>
            <a:schemeClr val="dk1"/>
          </a:solidFill>
          <a:ln w="0">
            <a:noFill/>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304" name="PlaceHolder 1"/>
          <p:cNvSpPr>
            <a:spLocks noGrp="1"/>
          </p:cNvSpPr>
          <p:nvPr>
            <p:ph type="title"/>
          </p:nvPr>
        </p:nvSpPr>
        <p:spPr>
          <a:xfrm>
            <a:off x="2597040" y="302040"/>
            <a:ext cx="14637960" cy="336420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7200" b="0" u="none" strike="noStrike">
                <a:solidFill>
                  <a:srgbClr val="000000"/>
                </a:solidFill>
                <a:effectLst/>
                <a:uFillTx/>
                <a:latin typeface="Arial"/>
              </a:defRPr>
            </a:lvl1pPr>
          </a:lstStyle>
          <a:p>
            <a:pPr indent="0" algn="l">
              <a:lnSpc>
                <a:spcPct val="100000"/>
              </a:lnSpc>
              <a:buNone/>
              <a:tabLst>
                <a:tab pos="0" algn="l"/>
              </a:tabLst>
            </a:pPr>
            <a:r>
              <a:rPr lang="en-US" sz="7200" b="0" u="none" strike="noStrike">
                <a:solidFill>
                  <a:srgbClr val="000000"/>
                </a:solidFill>
                <a:effectLst/>
                <a:uFillTx/>
                <a:latin typeface="Arial"/>
              </a:rPr>
              <a:t>Click to edit the title text format</a:t>
            </a:r>
            <a:endParaRPr lang="en-US" sz="7200" b="0" u="none" strike="noStrike">
              <a:solidFill>
                <a:srgbClr val="000000"/>
              </a:solidFill>
              <a:effectLst/>
              <a:uFillTx/>
              <a:latin typeface="Arial"/>
            </a:endParaRPr>
          </a:p>
        </p:txBody>
      </p:sp>
      <p:sp>
        <p:nvSpPr>
          <p:cNvPr id="305" name="PlaceHolder 2"/>
          <p:cNvSpPr>
            <a:spLocks noGrp="1"/>
          </p:cNvSpPr>
          <p:nvPr>
            <p:ph type="body"/>
          </p:nvPr>
        </p:nvSpPr>
        <p:spPr>
          <a:xfrm>
            <a:off x="2597040" y="6988320"/>
            <a:ext cx="14637960" cy="1134396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4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4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4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7pPr>
          </a:lstStyle>
          <a:p>
            <a:pPr marL="457200" indent="-507960" algn="l">
              <a:lnSpc>
                <a:spcPct val="100000"/>
              </a:lnSpc>
              <a:spcBef>
                <a:spcPts val="1417"/>
              </a:spcBef>
              <a:buClr>
                <a:srgbClr val="000000"/>
              </a:buClr>
              <a:buSzPct val="45000"/>
              <a:buFont typeface="Wingdings" charset="2"/>
              <a:buChar char=""/>
            </a:pPr>
            <a:r>
              <a:rPr lang="en-US" sz="4400" b="0" u="none" strike="noStrike">
                <a:solidFill>
                  <a:srgbClr val="000000"/>
                </a:solidFill>
                <a:effectLst/>
                <a:uFillTx/>
                <a:latin typeface="Arial"/>
              </a:rPr>
              <a:t>Click to edit the outline text format</a:t>
            </a:r>
            <a:endParaRPr lang="en-US" sz="4400" b="0" u="none" strike="noStrike">
              <a:solidFill>
                <a:srgbClr val="000000"/>
              </a:solidFill>
              <a:effectLst/>
              <a:uFillTx/>
              <a:latin typeface="Arial"/>
            </a:endParaRPr>
          </a:p>
          <a:p>
            <a:pPr marL="914400" lvl="1" indent="-482760" algn="l">
              <a:lnSpc>
                <a:spcPct val="100000"/>
              </a:lnSpc>
              <a:spcBef>
                <a:spcPts val="1134"/>
              </a:spcBef>
              <a:buClr>
                <a:srgbClr val="000000"/>
              </a:buClr>
              <a:buSzPct val="75000"/>
              <a:buFont typeface="Symbol" charset="2"/>
              <a:buChar char=""/>
            </a:pPr>
            <a:r>
              <a:rPr lang="en-US" sz="4400" b="0" u="none" strike="noStrike">
                <a:solidFill>
                  <a:srgbClr val="000000"/>
                </a:solidFill>
                <a:effectLst/>
                <a:uFillTx/>
                <a:latin typeface="Arial"/>
              </a:rPr>
              <a:t>Second Outline Level</a:t>
            </a:r>
            <a:endParaRPr lang="en-US" sz="4400" b="0" u="none" strike="noStrike">
              <a:solidFill>
                <a:srgbClr val="000000"/>
              </a:solidFill>
              <a:effectLst/>
              <a:uFillTx/>
              <a:latin typeface="Arial"/>
            </a:endParaRPr>
          </a:p>
          <a:p>
            <a:pPr marL="1371600" lvl="2" indent="-457200" algn="l">
              <a:lnSpc>
                <a:spcPct val="100000"/>
              </a:lnSpc>
              <a:spcBef>
                <a:spcPts val="850"/>
              </a:spcBef>
              <a:buClr>
                <a:srgbClr val="000000"/>
              </a:buClr>
              <a:buSzPct val="45000"/>
              <a:buFont typeface="Wingdings" charset="2"/>
              <a:buChar char=""/>
            </a:pPr>
            <a:r>
              <a:rPr lang="en-US" sz="4400" b="0" u="none" strike="noStrike">
                <a:solidFill>
                  <a:srgbClr val="000000"/>
                </a:solidFill>
                <a:effectLst/>
                <a:uFillTx/>
                <a:latin typeface="Arial"/>
              </a:rPr>
              <a:t>Third Outline Level</a:t>
            </a:r>
            <a:endParaRPr lang="en-US" sz="4400" b="0" u="none" strike="noStrike">
              <a:solidFill>
                <a:srgbClr val="000000"/>
              </a:solidFill>
              <a:effectLst/>
              <a:uFillTx/>
              <a:latin typeface="Arial"/>
            </a:endParaRPr>
          </a:p>
          <a:p>
            <a:pPr marL="1828800" lvl="3" indent="-431640" algn="l">
              <a:lnSpc>
                <a:spcPct val="100000"/>
              </a:lnSpc>
              <a:spcBef>
                <a:spcPts val="567"/>
              </a:spcBef>
              <a:buClr>
                <a:srgbClr val="000000"/>
              </a:buClr>
              <a:buSzPct val="75000"/>
              <a:buFont typeface="Symbol" charset="2"/>
              <a:buChar char=""/>
            </a:pPr>
            <a:r>
              <a:rPr lang="en-US" sz="4400" b="0" u="none" strike="noStrike">
                <a:solidFill>
                  <a:srgbClr val="000000"/>
                </a:solidFill>
                <a:effectLst/>
                <a:uFillTx/>
                <a:latin typeface="Arial"/>
              </a:rPr>
              <a:t>Fourth Outline Level</a:t>
            </a:r>
            <a:endParaRPr lang="en-US" sz="4400" b="0" u="none" strike="noStrike">
              <a:solidFill>
                <a:srgbClr val="000000"/>
              </a:solidFill>
              <a:effectLst/>
              <a:uFillTx/>
              <a:latin typeface="Arial"/>
            </a:endParaRPr>
          </a:p>
          <a:p>
            <a:pPr marL="2286000" lvl="4" indent="-40644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Fifth Outline Level</a:t>
            </a:r>
            <a:endParaRPr lang="en-US" sz="44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Sixth Outline Level</a:t>
            </a:r>
            <a:endParaRPr lang="en-US" sz="44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Seventh Outline Level</a:t>
            </a:r>
            <a:endParaRPr lang="en-US" sz="4400" b="0" u="none" strike="noStrike">
              <a:solidFill>
                <a:srgbClr val="000000"/>
              </a:solidFill>
              <a:effectLst/>
              <a:uFillTx/>
              <a:latin typeface="Arial"/>
            </a:endParaRPr>
          </a:p>
        </p:txBody>
      </p:sp>
      <p:sp>
        <p:nvSpPr>
          <p:cNvPr id="306" name="PlaceHolder 3"/>
          <p:cNvSpPr>
            <a:spLocks noGrp="1"/>
          </p:cNvSpPr>
          <p:nvPr>
            <p:ph type="body"/>
          </p:nvPr>
        </p:nvSpPr>
        <p:spPr>
          <a:xfrm>
            <a:off x="2597040" y="3731760"/>
            <a:ext cx="14637960" cy="14068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800" b="0" u="none" strike="noStrike">
                <a:solidFill>
                  <a:srgbClr val="000000"/>
                </a:solidFill>
                <a:effectLst/>
                <a:uFillTx/>
                <a:latin typeface="Arial"/>
              </a:rPr>
              <a:t>Click to edit the outline text format</a:t>
            </a:r>
            <a:endParaRPr lang="en-US" sz="4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800" b="0" u="none" strike="noStrike">
                <a:solidFill>
                  <a:srgbClr val="000000"/>
                </a:solidFill>
                <a:effectLst/>
                <a:uFillTx/>
                <a:latin typeface="Arial"/>
              </a:rPr>
              <a:t>Second Outline Level</a:t>
            </a:r>
            <a:endParaRPr lang="en-US" sz="4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800" b="0" u="none" strike="noStrike">
                <a:solidFill>
                  <a:srgbClr val="000000"/>
                </a:solidFill>
                <a:effectLst/>
                <a:uFillTx/>
                <a:latin typeface="Arial"/>
              </a:rPr>
              <a:t>Third Outline Level</a:t>
            </a:r>
            <a:endParaRPr lang="en-US" sz="4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800" b="0" u="none" strike="noStrike">
                <a:solidFill>
                  <a:srgbClr val="000000"/>
                </a:solidFill>
                <a:effectLst/>
                <a:uFillTx/>
                <a:latin typeface="Arial"/>
              </a:rPr>
              <a:t>Fourth Outline Level</a:t>
            </a:r>
            <a:endParaRPr lang="en-US" sz="4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Fifth Outline Level</a:t>
            </a:r>
            <a:endParaRPr lang="en-US" sz="4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Sixth Outline Level</a:t>
            </a:r>
            <a:endParaRPr lang="en-US" sz="4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Seventh Outline Level</a:t>
            </a:r>
            <a:endParaRPr lang="en-US" sz="4800" b="0" u="none" strike="noStrike">
              <a:solidFill>
                <a:srgbClr val="000000"/>
              </a:solidFill>
              <a:effectLst/>
              <a:uFillTx/>
              <a:latin typeface="Arial"/>
            </a:endParaRPr>
          </a:p>
        </p:txBody>
      </p:sp>
      <p:sp>
        <p:nvSpPr>
          <p:cNvPr id="307" name="Google Shape;88;p16"/>
          <p:cNvSpPr/>
          <p:nvPr/>
        </p:nvSpPr>
        <p:spPr>
          <a:xfrm>
            <a:off x="20162880" y="0"/>
            <a:ext cx="16411680" cy="20572560"/>
          </a:xfrm>
          <a:prstGeom prst="rect">
            <a:avLst/>
          </a:prstGeom>
          <a:solidFill>
            <a:srgbClr val="F2F2F2"/>
          </a:solidFill>
          <a:ln w="0">
            <a:noFill/>
          </a:ln>
        </p:spPr>
        <p:style>
          <a:lnRef idx="0"/>
          <a:fillRef idx="0"/>
          <a:effectRef idx="0"/>
          <a:fontRef idx="minor"/>
        </p:style>
        <p:txBody>
          <a:bodyPr lIns="90000" tIns="2194560" rIns="90000" bIns="45000" anchor="ctr">
            <a:noAutofit/>
          </a:bodyPr>
          <a:p>
            <a:endParaRPr lang="en-US" sz="1400" b="0" u="none" strike="noStrike">
              <a:solidFill>
                <a:srgbClr val="000000"/>
              </a:solidFill>
              <a:effectLst/>
              <a:uFillTx/>
              <a:latin typeface="Arial"/>
            </a:endParaRPr>
          </a:p>
        </p:txBody>
      </p:sp>
      <p:grpSp>
        <p:nvGrpSpPr>
          <p:cNvPr id="308" name="Google Shape;89;p16"/>
          <p:cNvGrpSpPr/>
          <p:nvPr/>
        </p:nvGrpSpPr>
        <p:grpSpPr>
          <a:xfrm>
            <a:off x="0" y="19504440"/>
            <a:ext cx="2329200" cy="1081440"/>
            <a:chOff x="0" y="19504440"/>
            <a:chExt cx="2329200" cy="1081440"/>
          </a:xfrm>
        </p:grpSpPr>
        <p:sp>
          <p:nvSpPr>
            <p:cNvPr id="309" name="Google Shape;90;p16"/>
            <p:cNvSpPr/>
            <p:nvPr/>
          </p:nvSpPr>
          <p:spPr>
            <a:xfrm>
              <a:off x="0" y="1969776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310" name="Google Shape;91;p16" descr="A picture containing shape&#10;&#10;Description automatically generated"/>
            <p:cNvPicPr/>
            <p:nvPr/>
          </p:nvPicPr>
          <p:blipFill>
            <a:blip r:embed="rId3"/>
            <a:stretch/>
          </p:blipFill>
          <p:spPr>
            <a:xfrm>
              <a:off x="327240" y="19504440"/>
              <a:ext cx="2001960" cy="688680"/>
            </a:xfrm>
            <a:prstGeom prst="rect">
              <a:avLst/>
            </a:prstGeom>
            <a:noFill/>
            <a:ln w="0">
              <a:noFill/>
            </a:ln>
          </p:spPr>
        </p:pic>
      </p:grpSp>
      <p:cxnSp>
        <p:nvCxnSpPr>
          <p:cNvPr id="311" name="Google Shape;92;p16"/>
          <p:cNvCxnSpPr/>
          <p:nvPr/>
        </p:nvCxnSpPr>
        <p:spPr>
          <a:xfrm>
            <a:off x="0" y="5693040"/>
            <a:ext cx="17237880" cy="1440"/>
          </a:xfrm>
          <a:prstGeom prst="straightConnector1">
            <a:avLst/>
          </a:prstGeom>
          <a:ln w="31750">
            <a:solidFill>
              <a:srgbClr val="8C8C8C"/>
            </a:solidFill>
            <a:round/>
          </a:ln>
        </p:spPr>
      </p:cxn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xt Left NO SUBTITLE - Image Right">
    <p:bg>
      <p:bgPr>
        <a:solidFill>
          <a:schemeClr val="dk1"/>
        </a:solidFill>
      </p:bgPr>
    </p:bg>
    <p:spTree>
      <p:nvGrpSpPr>
        <p:cNvPr id="1" name=""/>
        <p:cNvGrpSpPr/>
        <p:nvPr/>
      </p:nvGrpSpPr>
      <p:grpSpPr>
        <a:xfrm>
          <a:off x="0" y="0"/>
          <a:ext cx="0" cy="0"/>
          <a:chOff x="0" y="0"/>
          <a:chExt cx="0" cy="0"/>
        </a:xfrm>
      </p:grpSpPr>
      <p:grpSp>
        <p:nvGrpSpPr>
          <p:cNvPr id="312" name="Google Shape;10;p1"/>
          <p:cNvGrpSpPr/>
          <p:nvPr/>
        </p:nvGrpSpPr>
        <p:grpSpPr>
          <a:xfrm>
            <a:off x="34061400" y="19504440"/>
            <a:ext cx="2513160" cy="1071360"/>
            <a:chOff x="34061400" y="19504440"/>
            <a:chExt cx="2513160" cy="1071360"/>
          </a:xfrm>
        </p:grpSpPr>
        <p:sp>
          <p:nvSpPr>
            <p:cNvPr id="313"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314"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sp>
        <p:nvSpPr>
          <p:cNvPr id="315" name="Google Shape;94;p17"/>
          <p:cNvSpPr/>
          <p:nvPr/>
        </p:nvSpPr>
        <p:spPr>
          <a:xfrm>
            <a:off x="32964120" y="18928080"/>
            <a:ext cx="3610440" cy="1644480"/>
          </a:xfrm>
          <a:prstGeom prst="rect">
            <a:avLst/>
          </a:prstGeom>
          <a:solidFill>
            <a:schemeClr val="dk1"/>
          </a:solidFill>
          <a:ln w="0">
            <a:noFill/>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316" name="PlaceHolder 1"/>
          <p:cNvSpPr>
            <a:spLocks noGrp="1"/>
          </p:cNvSpPr>
          <p:nvPr>
            <p:ph type="title"/>
          </p:nvPr>
        </p:nvSpPr>
        <p:spPr>
          <a:xfrm>
            <a:off x="2597040" y="1218600"/>
            <a:ext cx="14637960" cy="336420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7200" b="0" u="none" strike="noStrike">
                <a:solidFill>
                  <a:srgbClr val="000000"/>
                </a:solidFill>
                <a:effectLst/>
                <a:uFillTx/>
                <a:latin typeface="Arial"/>
              </a:defRPr>
            </a:lvl1pPr>
          </a:lstStyle>
          <a:p>
            <a:pPr indent="0" algn="l">
              <a:lnSpc>
                <a:spcPct val="100000"/>
              </a:lnSpc>
              <a:buNone/>
              <a:tabLst>
                <a:tab pos="0" algn="l"/>
              </a:tabLst>
            </a:pPr>
            <a:r>
              <a:rPr lang="en-US" sz="7200" b="0" u="none" strike="noStrike">
                <a:solidFill>
                  <a:srgbClr val="000000"/>
                </a:solidFill>
                <a:effectLst/>
                <a:uFillTx/>
                <a:latin typeface="Arial"/>
              </a:rPr>
              <a:t>Click to edit the title text format</a:t>
            </a:r>
            <a:endParaRPr lang="en-US" sz="7200" b="0" u="none" strike="noStrike">
              <a:solidFill>
                <a:srgbClr val="000000"/>
              </a:solidFill>
              <a:effectLst/>
              <a:uFillTx/>
              <a:latin typeface="Arial"/>
            </a:endParaRPr>
          </a:p>
        </p:txBody>
      </p:sp>
      <p:sp>
        <p:nvSpPr>
          <p:cNvPr id="317" name="PlaceHolder 2"/>
          <p:cNvSpPr>
            <a:spLocks noGrp="1"/>
          </p:cNvSpPr>
          <p:nvPr>
            <p:ph type="body"/>
          </p:nvPr>
        </p:nvSpPr>
        <p:spPr>
          <a:xfrm>
            <a:off x="2597040" y="6988320"/>
            <a:ext cx="14637960" cy="1134396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4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4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4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7pPr>
          </a:lstStyle>
          <a:p>
            <a:pPr marL="457200" indent="-507960" algn="l">
              <a:lnSpc>
                <a:spcPct val="100000"/>
              </a:lnSpc>
              <a:spcBef>
                <a:spcPts val="1417"/>
              </a:spcBef>
              <a:buClr>
                <a:srgbClr val="000000"/>
              </a:buClr>
              <a:buSzPct val="45000"/>
              <a:buFont typeface="Wingdings" charset="2"/>
              <a:buChar char=""/>
            </a:pPr>
            <a:r>
              <a:rPr lang="en-US" sz="4400" b="0" u="none" strike="noStrike">
                <a:solidFill>
                  <a:srgbClr val="000000"/>
                </a:solidFill>
                <a:effectLst/>
                <a:uFillTx/>
                <a:latin typeface="Arial"/>
              </a:rPr>
              <a:t>Click to edit the outline text format</a:t>
            </a:r>
            <a:endParaRPr lang="en-US" sz="4400" b="0" u="none" strike="noStrike">
              <a:solidFill>
                <a:srgbClr val="000000"/>
              </a:solidFill>
              <a:effectLst/>
              <a:uFillTx/>
              <a:latin typeface="Arial"/>
            </a:endParaRPr>
          </a:p>
          <a:p>
            <a:pPr marL="914400" lvl="1" indent="-482760" algn="l">
              <a:lnSpc>
                <a:spcPct val="100000"/>
              </a:lnSpc>
              <a:spcBef>
                <a:spcPts val="1134"/>
              </a:spcBef>
              <a:buClr>
                <a:srgbClr val="000000"/>
              </a:buClr>
              <a:buSzPct val="75000"/>
              <a:buFont typeface="Symbol" charset="2"/>
              <a:buChar char=""/>
            </a:pPr>
            <a:r>
              <a:rPr lang="en-US" sz="4400" b="0" u="none" strike="noStrike">
                <a:solidFill>
                  <a:srgbClr val="000000"/>
                </a:solidFill>
                <a:effectLst/>
                <a:uFillTx/>
                <a:latin typeface="Arial"/>
              </a:rPr>
              <a:t>Second Outline Level</a:t>
            </a:r>
            <a:endParaRPr lang="en-US" sz="4400" b="0" u="none" strike="noStrike">
              <a:solidFill>
                <a:srgbClr val="000000"/>
              </a:solidFill>
              <a:effectLst/>
              <a:uFillTx/>
              <a:latin typeface="Arial"/>
            </a:endParaRPr>
          </a:p>
          <a:p>
            <a:pPr marL="1371600" lvl="2" indent="-457200" algn="l">
              <a:lnSpc>
                <a:spcPct val="100000"/>
              </a:lnSpc>
              <a:spcBef>
                <a:spcPts val="850"/>
              </a:spcBef>
              <a:buClr>
                <a:srgbClr val="000000"/>
              </a:buClr>
              <a:buSzPct val="45000"/>
              <a:buFont typeface="Wingdings" charset="2"/>
              <a:buChar char=""/>
            </a:pPr>
            <a:r>
              <a:rPr lang="en-US" sz="4400" b="0" u="none" strike="noStrike">
                <a:solidFill>
                  <a:srgbClr val="000000"/>
                </a:solidFill>
                <a:effectLst/>
                <a:uFillTx/>
                <a:latin typeface="Arial"/>
              </a:rPr>
              <a:t>Third Outline Level</a:t>
            </a:r>
            <a:endParaRPr lang="en-US" sz="4400" b="0" u="none" strike="noStrike">
              <a:solidFill>
                <a:srgbClr val="000000"/>
              </a:solidFill>
              <a:effectLst/>
              <a:uFillTx/>
              <a:latin typeface="Arial"/>
            </a:endParaRPr>
          </a:p>
          <a:p>
            <a:pPr marL="1828800" lvl="3" indent="-431640" algn="l">
              <a:lnSpc>
                <a:spcPct val="100000"/>
              </a:lnSpc>
              <a:spcBef>
                <a:spcPts val="567"/>
              </a:spcBef>
              <a:buClr>
                <a:srgbClr val="000000"/>
              </a:buClr>
              <a:buSzPct val="75000"/>
              <a:buFont typeface="Symbol" charset="2"/>
              <a:buChar char=""/>
            </a:pPr>
            <a:r>
              <a:rPr lang="en-US" sz="4400" b="0" u="none" strike="noStrike">
                <a:solidFill>
                  <a:srgbClr val="000000"/>
                </a:solidFill>
                <a:effectLst/>
                <a:uFillTx/>
                <a:latin typeface="Arial"/>
              </a:rPr>
              <a:t>Fourth Outline Level</a:t>
            </a:r>
            <a:endParaRPr lang="en-US" sz="4400" b="0" u="none" strike="noStrike">
              <a:solidFill>
                <a:srgbClr val="000000"/>
              </a:solidFill>
              <a:effectLst/>
              <a:uFillTx/>
              <a:latin typeface="Arial"/>
            </a:endParaRPr>
          </a:p>
          <a:p>
            <a:pPr marL="2286000" lvl="4" indent="-40644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Fifth Outline Level</a:t>
            </a:r>
            <a:endParaRPr lang="en-US" sz="44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Sixth Outline Level</a:t>
            </a:r>
            <a:endParaRPr lang="en-US" sz="44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Seventh Outline Level</a:t>
            </a:r>
            <a:endParaRPr lang="en-US" sz="4400" b="0" u="none" strike="noStrike">
              <a:solidFill>
                <a:srgbClr val="000000"/>
              </a:solidFill>
              <a:effectLst/>
              <a:uFillTx/>
              <a:latin typeface="Arial"/>
            </a:endParaRPr>
          </a:p>
        </p:txBody>
      </p:sp>
      <p:grpSp>
        <p:nvGrpSpPr>
          <p:cNvPr id="318" name="Google Shape;97;p17"/>
          <p:cNvGrpSpPr/>
          <p:nvPr/>
        </p:nvGrpSpPr>
        <p:grpSpPr>
          <a:xfrm>
            <a:off x="0" y="19504440"/>
            <a:ext cx="2329200" cy="1081440"/>
            <a:chOff x="0" y="19504440"/>
            <a:chExt cx="2329200" cy="1081440"/>
          </a:xfrm>
        </p:grpSpPr>
        <p:sp>
          <p:nvSpPr>
            <p:cNvPr id="319" name="Google Shape;98;p17"/>
            <p:cNvSpPr/>
            <p:nvPr/>
          </p:nvSpPr>
          <p:spPr>
            <a:xfrm>
              <a:off x="0" y="1969776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320" name="Google Shape;99;p17" descr="A picture containing shape&#10;&#10;Description automatically generated"/>
            <p:cNvPicPr/>
            <p:nvPr/>
          </p:nvPicPr>
          <p:blipFill>
            <a:blip r:embed="rId3"/>
            <a:stretch/>
          </p:blipFill>
          <p:spPr>
            <a:xfrm>
              <a:off x="327240" y="19504440"/>
              <a:ext cx="2001960" cy="688680"/>
            </a:xfrm>
            <a:prstGeom prst="rect">
              <a:avLst/>
            </a:prstGeom>
            <a:noFill/>
            <a:ln w="0">
              <a:noFill/>
            </a:ln>
          </p:spPr>
        </p:pic>
      </p:grpSp>
      <p:cxnSp>
        <p:nvCxnSpPr>
          <p:cNvPr id="321" name="Google Shape;100;p17"/>
          <p:cNvCxnSpPr/>
          <p:nvPr/>
        </p:nvCxnSpPr>
        <p:spPr>
          <a:xfrm>
            <a:off x="0" y="5693040"/>
            <a:ext cx="17237880" cy="1440"/>
          </a:xfrm>
          <a:prstGeom prst="straightConnector1">
            <a:avLst/>
          </a:prstGeom>
          <a:ln w="31750">
            <a:solidFill>
              <a:srgbClr val="8C8C8C"/>
            </a:solidFill>
            <a:round/>
          </a:ln>
        </p:spPr>
      </p:cxnSp>
      <p:sp>
        <p:nvSpPr>
          <p:cNvPr id="322" name="PlaceHolder 3"/>
          <p:cNvSpPr>
            <a:spLocks noGrp="1"/>
          </p:cNvSpPr>
          <p:nvPr>
            <p:ph type="body"/>
          </p:nvPr>
        </p:nvSpPr>
        <p:spPr>
          <a:xfrm>
            <a:off x="20162880" y="0"/>
            <a:ext cx="16411680" cy="20572560"/>
          </a:xfrm>
          <a:prstGeom prst="rect">
            <a:avLst/>
          </a:prstGeom>
          <a:solidFill>
            <a:srgbClr val="F2F2F2">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ngle Image Layout">
    <p:bg>
      <p:bgPr>
        <a:solidFill>
          <a:schemeClr val="dk1"/>
        </a:solidFill>
      </p:bgPr>
    </p:bg>
    <p:spTree>
      <p:nvGrpSpPr>
        <p:cNvPr id="1" name=""/>
        <p:cNvGrpSpPr/>
        <p:nvPr/>
      </p:nvGrpSpPr>
      <p:grpSpPr>
        <a:xfrm>
          <a:off x="0" y="0"/>
          <a:ext cx="0" cy="0"/>
          <a:chOff x="0" y="0"/>
          <a:chExt cx="0" cy="0"/>
        </a:xfrm>
      </p:grpSpPr>
      <p:grpSp>
        <p:nvGrpSpPr>
          <p:cNvPr id="323" name="Google Shape;10;p1"/>
          <p:cNvGrpSpPr/>
          <p:nvPr/>
        </p:nvGrpSpPr>
        <p:grpSpPr>
          <a:xfrm>
            <a:off x="34061400" y="19504440"/>
            <a:ext cx="2513160" cy="1071360"/>
            <a:chOff x="34061400" y="19504440"/>
            <a:chExt cx="2513160" cy="1071360"/>
          </a:xfrm>
        </p:grpSpPr>
        <p:sp>
          <p:nvSpPr>
            <p:cNvPr id="324"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325"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sp>
        <p:nvSpPr>
          <p:cNvPr id="326" name="PlaceHolder 1"/>
          <p:cNvSpPr>
            <a:spLocks noGrp="1"/>
          </p:cNvSpPr>
          <p:nvPr>
            <p:ph type="title"/>
          </p:nvPr>
        </p:nvSpPr>
        <p:spPr>
          <a:xfrm>
            <a:off x="2514600" y="0"/>
            <a:ext cx="31545360" cy="251316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7200" b="0" u="none" strike="noStrike">
                <a:solidFill>
                  <a:srgbClr val="000000"/>
                </a:solidFill>
                <a:effectLst/>
                <a:uFillTx/>
                <a:latin typeface="Arial"/>
              </a:defRPr>
            </a:lvl1pPr>
          </a:lstStyle>
          <a:p>
            <a:pPr indent="0" algn="l">
              <a:lnSpc>
                <a:spcPct val="100000"/>
              </a:lnSpc>
              <a:buNone/>
              <a:tabLst>
                <a:tab pos="0" algn="l"/>
              </a:tabLst>
            </a:pPr>
            <a:r>
              <a:rPr lang="en-US" sz="7200" b="0" u="none" strike="noStrike">
                <a:solidFill>
                  <a:srgbClr val="000000"/>
                </a:solidFill>
                <a:effectLst/>
                <a:uFillTx/>
                <a:latin typeface="Arial"/>
              </a:rPr>
              <a:t>Click to edit the title text format</a:t>
            </a:r>
            <a:endParaRPr lang="en-US" sz="7200" b="0" u="none" strike="noStrike">
              <a:solidFill>
                <a:srgbClr val="000000"/>
              </a:solidFill>
              <a:effectLst/>
              <a:uFillTx/>
              <a:latin typeface="Arial"/>
            </a:endParaRPr>
          </a:p>
        </p:txBody>
      </p:sp>
      <p:sp>
        <p:nvSpPr>
          <p:cNvPr id="327" name="PlaceHolder 2"/>
          <p:cNvSpPr>
            <a:spLocks noGrp="1"/>
          </p:cNvSpPr>
          <p:nvPr>
            <p:ph type="body"/>
          </p:nvPr>
        </p:nvSpPr>
        <p:spPr>
          <a:xfrm>
            <a:off x="2514600" y="2487240"/>
            <a:ext cx="31545360" cy="14068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800" b="0" u="none" strike="noStrike">
                <a:solidFill>
                  <a:srgbClr val="000000"/>
                </a:solidFill>
                <a:effectLst/>
                <a:uFillTx/>
                <a:latin typeface="Arial"/>
              </a:rPr>
              <a:t>Click to edit the outline text format</a:t>
            </a:r>
            <a:endParaRPr lang="en-US" sz="4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800" b="0" u="none" strike="noStrike">
                <a:solidFill>
                  <a:srgbClr val="000000"/>
                </a:solidFill>
                <a:effectLst/>
                <a:uFillTx/>
                <a:latin typeface="Arial"/>
              </a:rPr>
              <a:t>Second Outline Level</a:t>
            </a:r>
            <a:endParaRPr lang="en-US" sz="4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800" b="0" u="none" strike="noStrike">
                <a:solidFill>
                  <a:srgbClr val="000000"/>
                </a:solidFill>
                <a:effectLst/>
                <a:uFillTx/>
                <a:latin typeface="Arial"/>
              </a:rPr>
              <a:t>Third Outline Level</a:t>
            </a:r>
            <a:endParaRPr lang="en-US" sz="4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800" b="0" u="none" strike="noStrike">
                <a:solidFill>
                  <a:srgbClr val="000000"/>
                </a:solidFill>
                <a:effectLst/>
                <a:uFillTx/>
                <a:latin typeface="Arial"/>
              </a:rPr>
              <a:t>Fourth Outline Level</a:t>
            </a:r>
            <a:endParaRPr lang="en-US" sz="4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Fifth Outline Level</a:t>
            </a:r>
            <a:endParaRPr lang="en-US" sz="4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Sixth Outline Level</a:t>
            </a:r>
            <a:endParaRPr lang="en-US" sz="4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Seventh Outline Level</a:t>
            </a:r>
            <a:endParaRPr lang="en-US" sz="4800" b="0" u="none" strike="noStrike">
              <a:solidFill>
                <a:srgbClr val="000000"/>
              </a:solidFill>
              <a:effectLst/>
              <a:uFillTx/>
              <a:latin typeface="Arial"/>
            </a:endParaRPr>
          </a:p>
        </p:txBody>
      </p:sp>
      <p:sp>
        <p:nvSpPr>
          <p:cNvPr id="328" name="PlaceHolder 3"/>
          <p:cNvSpPr>
            <a:spLocks noGrp="1"/>
          </p:cNvSpPr>
          <p:nvPr>
            <p:ph type="body"/>
          </p:nvPr>
        </p:nvSpPr>
        <p:spPr>
          <a:xfrm>
            <a:off x="6062760" y="4849920"/>
            <a:ext cx="24449400" cy="1201824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329" name="PlaceHolder 4"/>
          <p:cNvSpPr>
            <a:spLocks noGrp="1"/>
          </p:cNvSpPr>
          <p:nvPr>
            <p:ph type="body"/>
          </p:nvPr>
        </p:nvSpPr>
        <p:spPr>
          <a:xfrm>
            <a:off x="6062760" y="17064000"/>
            <a:ext cx="2444940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330" name="PlaceHolder 5"/>
          <p:cNvSpPr>
            <a:spLocks noGrp="1"/>
          </p:cNvSpPr>
          <p:nvPr>
            <p:ph type="body"/>
          </p:nvPr>
        </p:nvSpPr>
        <p:spPr>
          <a:xfrm>
            <a:off x="6062760" y="17751600"/>
            <a:ext cx="2444940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FIDENTIAL_Coding">
    <p:bg>
      <p:bgPr>
        <a:solidFill>
          <a:schemeClr val="dk1"/>
        </a:solidFill>
      </p:bgPr>
    </p:bg>
    <p:spTree>
      <p:nvGrpSpPr>
        <p:cNvPr id="1" name=""/>
        <p:cNvGrpSpPr/>
        <p:nvPr/>
      </p:nvGrpSpPr>
      <p:grpSpPr>
        <a:xfrm>
          <a:off x="0" y="0"/>
          <a:ext cx="0" cy="0"/>
          <a:chOff x="0" y="0"/>
          <a:chExt cx="0" cy="0"/>
        </a:xfrm>
      </p:grpSpPr>
      <p:grpSp>
        <p:nvGrpSpPr>
          <p:cNvPr id="331" name="Google Shape;10;p1"/>
          <p:cNvGrpSpPr/>
          <p:nvPr/>
        </p:nvGrpSpPr>
        <p:grpSpPr>
          <a:xfrm>
            <a:off x="34061400" y="19504440"/>
            <a:ext cx="2513160" cy="1071360"/>
            <a:chOff x="34061400" y="19504440"/>
            <a:chExt cx="2513160" cy="1071360"/>
          </a:xfrm>
        </p:grpSpPr>
        <p:sp>
          <p:nvSpPr>
            <p:cNvPr id="332"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333"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sp>
        <p:nvSpPr>
          <p:cNvPr id="334" name="PlaceHolder 1"/>
          <p:cNvSpPr>
            <a:spLocks noGrp="1"/>
          </p:cNvSpPr>
          <p:nvPr>
            <p:ph type="title"/>
          </p:nvPr>
        </p:nvSpPr>
        <p:spPr>
          <a:xfrm>
            <a:off x="2514600" y="0"/>
            <a:ext cx="31545360" cy="251316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7200" b="0" u="none" strike="noStrike">
                <a:solidFill>
                  <a:srgbClr val="000000"/>
                </a:solidFill>
                <a:effectLst/>
                <a:uFillTx/>
                <a:latin typeface="Arial"/>
              </a:defRPr>
            </a:lvl1pPr>
          </a:lstStyle>
          <a:p>
            <a:pPr indent="0" algn="l">
              <a:lnSpc>
                <a:spcPct val="100000"/>
              </a:lnSpc>
              <a:buNone/>
              <a:tabLst>
                <a:tab pos="0" algn="l"/>
              </a:tabLst>
            </a:pPr>
            <a:r>
              <a:rPr lang="en-US" sz="7200" b="0" u="none" strike="noStrike">
                <a:solidFill>
                  <a:srgbClr val="000000"/>
                </a:solidFill>
                <a:effectLst/>
                <a:uFillTx/>
                <a:latin typeface="Arial"/>
              </a:rPr>
              <a:t>Click to edit the title text format</a:t>
            </a:r>
            <a:endParaRPr lang="en-US" sz="7200" b="0" u="none" strike="noStrike">
              <a:solidFill>
                <a:srgbClr val="000000"/>
              </a:solidFill>
              <a:effectLst/>
              <a:uFillTx/>
              <a:latin typeface="Arial"/>
            </a:endParaRPr>
          </a:p>
        </p:txBody>
      </p:sp>
      <p:sp>
        <p:nvSpPr>
          <p:cNvPr id="335" name="PlaceHolder 2"/>
          <p:cNvSpPr>
            <a:spLocks noGrp="1"/>
          </p:cNvSpPr>
          <p:nvPr>
            <p:ph type="body"/>
          </p:nvPr>
        </p:nvSpPr>
        <p:spPr>
          <a:xfrm>
            <a:off x="2514600" y="4873680"/>
            <a:ext cx="31545360" cy="136504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4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4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4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7pPr>
          </a:lstStyle>
          <a:p>
            <a:pPr marL="457200" indent="-507960" algn="l">
              <a:lnSpc>
                <a:spcPct val="100000"/>
              </a:lnSpc>
              <a:spcBef>
                <a:spcPts val="1417"/>
              </a:spcBef>
              <a:buClr>
                <a:srgbClr val="000000"/>
              </a:buClr>
              <a:buSzPct val="45000"/>
              <a:buFont typeface="Wingdings" charset="2"/>
              <a:buChar char=""/>
            </a:pPr>
            <a:r>
              <a:rPr lang="en-US" sz="4400" b="0" u="none" strike="noStrike">
                <a:solidFill>
                  <a:srgbClr val="000000"/>
                </a:solidFill>
                <a:effectLst/>
                <a:uFillTx/>
                <a:latin typeface="Arial"/>
              </a:rPr>
              <a:t>Click to edit the outline text format</a:t>
            </a:r>
            <a:endParaRPr lang="en-US" sz="4400" b="0" u="none" strike="noStrike">
              <a:solidFill>
                <a:srgbClr val="000000"/>
              </a:solidFill>
              <a:effectLst/>
              <a:uFillTx/>
              <a:latin typeface="Arial"/>
            </a:endParaRPr>
          </a:p>
          <a:p>
            <a:pPr marL="914400" lvl="1" indent="-482760" algn="l">
              <a:lnSpc>
                <a:spcPct val="100000"/>
              </a:lnSpc>
              <a:spcBef>
                <a:spcPts val="1134"/>
              </a:spcBef>
              <a:buClr>
                <a:srgbClr val="000000"/>
              </a:buClr>
              <a:buSzPct val="75000"/>
              <a:buFont typeface="Symbol" charset="2"/>
              <a:buChar char=""/>
            </a:pPr>
            <a:r>
              <a:rPr lang="en-US" sz="4400" b="0" u="none" strike="noStrike">
                <a:solidFill>
                  <a:srgbClr val="000000"/>
                </a:solidFill>
                <a:effectLst/>
                <a:uFillTx/>
                <a:latin typeface="Arial"/>
              </a:rPr>
              <a:t>Second Outline Level</a:t>
            </a:r>
            <a:endParaRPr lang="en-US" sz="4400" b="0" u="none" strike="noStrike">
              <a:solidFill>
                <a:srgbClr val="000000"/>
              </a:solidFill>
              <a:effectLst/>
              <a:uFillTx/>
              <a:latin typeface="Arial"/>
            </a:endParaRPr>
          </a:p>
          <a:p>
            <a:pPr marL="1371600" lvl="2" indent="-457200" algn="l">
              <a:lnSpc>
                <a:spcPct val="100000"/>
              </a:lnSpc>
              <a:spcBef>
                <a:spcPts val="850"/>
              </a:spcBef>
              <a:buClr>
                <a:srgbClr val="000000"/>
              </a:buClr>
              <a:buSzPct val="45000"/>
              <a:buFont typeface="Wingdings" charset="2"/>
              <a:buChar char=""/>
            </a:pPr>
            <a:r>
              <a:rPr lang="en-US" sz="4400" b="0" u="none" strike="noStrike">
                <a:solidFill>
                  <a:srgbClr val="000000"/>
                </a:solidFill>
                <a:effectLst/>
                <a:uFillTx/>
                <a:latin typeface="Arial"/>
              </a:rPr>
              <a:t>Third Outline Level</a:t>
            </a:r>
            <a:endParaRPr lang="en-US" sz="4400" b="0" u="none" strike="noStrike">
              <a:solidFill>
                <a:srgbClr val="000000"/>
              </a:solidFill>
              <a:effectLst/>
              <a:uFillTx/>
              <a:latin typeface="Arial"/>
            </a:endParaRPr>
          </a:p>
          <a:p>
            <a:pPr marL="1828800" lvl="3" indent="-431640" algn="l">
              <a:lnSpc>
                <a:spcPct val="100000"/>
              </a:lnSpc>
              <a:spcBef>
                <a:spcPts val="567"/>
              </a:spcBef>
              <a:buClr>
                <a:srgbClr val="000000"/>
              </a:buClr>
              <a:buSzPct val="75000"/>
              <a:buFont typeface="Symbol" charset="2"/>
              <a:buChar char=""/>
            </a:pPr>
            <a:r>
              <a:rPr lang="en-US" sz="4400" b="0" u="none" strike="noStrike">
                <a:solidFill>
                  <a:srgbClr val="000000"/>
                </a:solidFill>
                <a:effectLst/>
                <a:uFillTx/>
                <a:latin typeface="Arial"/>
              </a:rPr>
              <a:t>Fourth Outline Level</a:t>
            </a:r>
            <a:endParaRPr lang="en-US" sz="4400" b="0" u="none" strike="noStrike">
              <a:solidFill>
                <a:srgbClr val="000000"/>
              </a:solidFill>
              <a:effectLst/>
              <a:uFillTx/>
              <a:latin typeface="Arial"/>
            </a:endParaRPr>
          </a:p>
          <a:p>
            <a:pPr marL="2286000" lvl="4" indent="-40644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Fifth Outline Level</a:t>
            </a:r>
            <a:endParaRPr lang="en-US" sz="44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Sixth Outline Level</a:t>
            </a:r>
            <a:endParaRPr lang="en-US" sz="44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Seventh Outline Level</a:t>
            </a:r>
            <a:endParaRPr lang="en-US" sz="4400" b="0" u="none" strike="noStrike">
              <a:solidFill>
                <a:srgbClr val="000000"/>
              </a:solidFill>
              <a:effectLst/>
              <a:uFillTx/>
              <a:latin typeface="Arial"/>
            </a:endParaRPr>
          </a:p>
        </p:txBody>
      </p:sp>
      <p:sp>
        <p:nvSpPr>
          <p:cNvPr id="336" name="PlaceHolder 3"/>
          <p:cNvSpPr>
            <a:spLocks noGrp="1"/>
          </p:cNvSpPr>
          <p:nvPr>
            <p:ph type="body"/>
          </p:nvPr>
        </p:nvSpPr>
        <p:spPr>
          <a:xfrm>
            <a:off x="2514600" y="2487240"/>
            <a:ext cx="31545360" cy="14068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800" b="0" u="none" strike="noStrike">
                <a:solidFill>
                  <a:srgbClr val="000000"/>
                </a:solidFill>
                <a:effectLst/>
                <a:uFillTx/>
                <a:latin typeface="Arial"/>
              </a:rPr>
              <a:t>Click to edit the outline text format</a:t>
            </a:r>
            <a:endParaRPr lang="en-US" sz="4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800" b="0" u="none" strike="noStrike">
                <a:solidFill>
                  <a:srgbClr val="000000"/>
                </a:solidFill>
                <a:effectLst/>
                <a:uFillTx/>
                <a:latin typeface="Arial"/>
              </a:rPr>
              <a:t>Second Outline Level</a:t>
            </a:r>
            <a:endParaRPr lang="en-US" sz="4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800" b="0" u="none" strike="noStrike">
                <a:solidFill>
                  <a:srgbClr val="000000"/>
                </a:solidFill>
                <a:effectLst/>
                <a:uFillTx/>
                <a:latin typeface="Arial"/>
              </a:rPr>
              <a:t>Third Outline Level</a:t>
            </a:r>
            <a:endParaRPr lang="en-US" sz="4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800" b="0" u="none" strike="noStrike">
                <a:solidFill>
                  <a:srgbClr val="000000"/>
                </a:solidFill>
                <a:effectLst/>
                <a:uFillTx/>
                <a:latin typeface="Arial"/>
              </a:rPr>
              <a:t>Fourth Outline Level</a:t>
            </a:r>
            <a:endParaRPr lang="en-US" sz="4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Fifth Outline Level</a:t>
            </a:r>
            <a:endParaRPr lang="en-US" sz="4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Sixth Outline Level</a:t>
            </a:r>
            <a:endParaRPr lang="en-US" sz="4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Seventh Outline Level</a:t>
            </a:r>
            <a:endParaRPr lang="en-US" sz="4800" b="0" u="none" strike="noStrike">
              <a:solidFill>
                <a:srgbClr val="000000"/>
              </a:solidFill>
              <a:effectLst/>
              <a:uFillTx/>
              <a:latin typeface="Arial"/>
            </a:endParaRPr>
          </a:p>
        </p:txBody>
      </p:sp>
      <p:sp>
        <p:nvSpPr>
          <p:cNvPr id="337" name="Google Shape;50;p10"/>
          <p:cNvSpPr/>
          <p:nvPr/>
        </p:nvSpPr>
        <p:spPr>
          <a:xfrm>
            <a:off x="708480" y="19635840"/>
            <a:ext cx="6503400" cy="444960"/>
          </a:xfrm>
          <a:prstGeom prst="rect">
            <a:avLst/>
          </a:prstGeom>
          <a:noFill/>
          <a:ln w="0">
            <a:noFill/>
          </a:ln>
        </p:spPr>
        <p:style>
          <a:lnRef idx="0"/>
          <a:fillRef idx="0"/>
          <a:effectRef idx="0"/>
          <a:fontRef idx="minor"/>
        </p:style>
        <p:txBody>
          <a:bodyPr lIns="90000" tIns="45000" rIns="90000" bIns="45000" anchor="t">
            <a:spAutoFit/>
          </a:bodyPr>
          <a:p>
            <a:pPr>
              <a:lnSpc>
                <a:spcPct val="100000"/>
              </a:lnSpc>
              <a:tabLst>
                <a:tab pos="0" algn="l"/>
              </a:tabLst>
            </a:pPr>
            <a:r>
              <a:rPr lang="en-IN" sz="2300" b="0" u="none" strike="noStrike">
                <a:solidFill>
                  <a:schemeClr val="lt1"/>
                </a:solidFill>
                <a:effectLst/>
                <a:uFillTx/>
                <a:latin typeface="NVIDIA Sans Medium"/>
                <a:ea typeface="NVIDIA Sans Medium"/>
              </a:rPr>
              <a:t>NVIDIA CONFIDENTIAL. DO NOT DISTRIBUTE.</a:t>
            </a:r>
            <a:endParaRPr lang="en-US" sz="2300" b="0" u="none" strike="noStrike">
              <a:solidFill>
                <a:srgbClr val="000000"/>
              </a:solidFill>
              <a:effectLst/>
              <a:uFillTx/>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 w/ Text">
    <p:bg>
      <p:bgPr>
        <a:solidFill>
          <a:schemeClr val="dk1"/>
        </a:solidFill>
      </p:bgPr>
    </p:bg>
    <p:spTree>
      <p:nvGrpSpPr>
        <p:cNvPr id="1" name=""/>
        <p:cNvGrpSpPr/>
        <p:nvPr/>
      </p:nvGrpSpPr>
      <p:grpSpPr>
        <a:xfrm>
          <a:off x="0" y="0"/>
          <a:ext cx="0" cy="0"/>
          <a:chOff x="0" y="0"/>
          <a:chExt cx="0" cy="0"/>
        </a:xfrm>
      </p:grpSpPr>
      <p:grpSp>
        <p:nvGrpSpPr>
          <p:cNvPr id="338" name="Google Shape;10;p1"/>
          <p:cNvGrpSpPr/>
          <p:nvPr/>
        </p:nvGrpSpPr>
        <p:grpSpPr>
          <a:xfrm>
            <a:off x="34061400" y="19504440"/>
            <a:ext cx="2513160" cy="1071360"/>
            <a:chOff x="34061400" y="19504440"/>
            <a:chExt cx="2513160" cy="1071360"/>
          </a:xfrm>
        </p:grpSpPr>
        <p:sp>
          <p:nvSpPr>
            <p:cNvPr id="339"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340"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sp>
        <p:nvSpPr>
          <p:cNvPr id="341" name="PlaceHolder 1"/>
          <p:cNvSpPr>
            <a:spLocks noGrp="1"/>
          </p:cNvSpPr>
          <p:nvPr>
            <p:ph type="body"/>
          </p:nvPr>
        </p:nvSpPr>
        <p:spPr>
          <a:xfrm>
            <a:off x="19354680" y="6919920"/>
            <a:ext cx="15582240" cy="7878240"/>
          </a:xfrm>
          <a:prstGeom prst="rect">
            <a:avLst/>
          </a:prstGeom>
          <a:noFill/>
          <a:ln w="0">
            <a:noFill/>
          </a:ln>
        </p:spPr>
        <p:txBody>
          <a:bodyPr lIns="91440" tIns="45720" rIns="91440" bIns="45720" anchor="ctr">
            <a:noAutofit/>
          </a:bodyPr>
          <a:lstStyle>
            <a:lvl1pPr algn="l">
              <a:lnSpc>
                <a:spcPct val="100000"/>
              </a:lnSpc>
              <a:spcBef>
                <a:spcPts val="1417"/>
              </a:spcBef>
              <a:buClr>
                <a:srgbClr val="000000"/>
              </a:buClr>
              <a:buSzPct val="45000"/>
              <a:buFont typeface="Wingdings" charset="2"/>
              <a:buChar char=""/>
              <a:defRPr lang="en-US" sz="44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4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4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7pPr>
          </a:lstStyle>
          <a:p>
            <a:pPr marL="457200" indent="-507960" algn="l">
              <a:lnSpc>
                <a:spcPct val="100000"/>
              </a:lnSpc>
              <a:spcBef>
                <a:spcPts val="1417"/>
              </a:spcBef>
              <a:buClr>
                <a:srgbClr val="000000"/>
              </a:buClr>
              <a:buSzPct val="45000"/>
              <a:buFont typeface="Wingdings" charset="2"/>
              <a:buChar char=""/>
            </a:pPr>
            <a:r>
              <a:rPr lang="en-US" sz="4400" b="0" u="none" strike="noStrike">
                <a:solidFill>
                  <a:srgbClr val="000000"/>
                </a:solidFill>
                <a:effectLst/>
                <a:uFillTx/>
                <a:latin typeface="Arial"/>
              </a:rPr>
              <a:t>Click to edit the outline text format</a:t>
            </a:r>
            <a:endParaRPr lang="en-US" sz="4400" b="0" u="none" strike="noStrike">
              <a:solidFill>
                <a:srgbClr val="000000"/>
              </a:solidFill>
              <a:effectLst/>
              <a:uFillTx/>
              <a:latin typeface="Arial"/>
            </a:endParaRPr>
          </a:p>
          <a:p>
            <a:pPr marL="914400" lvl="1" indent="-482760" algn="l">
              <a:lnSpc>
                <a:spcPct val="100000"/>
              </a:lnSpc>
              <a:spcBef>
                <a:spcPts val="1134"/>
              </a:spcBef>
              <a:buClr>
                <a:srgbClr val="000000"/>
              </a:buClr>
              <a:buSzPct val="75000"/>
              <a:buFont typeface="Symbol" charset="2"/>
              <a:buChar char=""/>
            </a:pPr>
            <a:r>
              <a:rPr lang="en-US" sz="4400" b="0" u="none" strike="noStrike">
                <a:solidFill>
                  <a:srgbClr val="000000"/>
                </a:solidFill>
                <a:effectLst/>
                <a:uFillTx/>
                <a:latin typeface="Arial"/>
              </a:rPr>
              <a:t>Second Outline Level</a:t>
            </a:r>
            <a:endParaRPr lang="en-US" sz="4400" b="0" u="none" strike="noStrike">
              <a:solidFill>
                <a:srgbClr val="000000"/>
              </a:solidFill>
              <a:effectLst/>
              <a:uFillTx/>
              <a:latin typeface="Arial"/>
            </a:endParaRPr>
          </a:p>
          <a:p>
            <a:pPr marL="1371600" lvl="2" indent="-457200" algn="l">
              <a:lnSpc>
                <a:spcPct val="100000"/>
              </a:lnSpc>
              <a:spcBef>
                <a:spcPts val="850"/>
              </a:spcBef>
              <a:buClr>
                <a:srgbClr val="000000"/>
              </a:buClr>
              <a:buSzPct val="45000"/>
              <a:buFont typeface="Wingdings" charset="2"/>
              <a:buChar char=""/>
            </a:pPr>
            <a:r>
              <a:rPr lang="en-US" sz="4400" b="0" u="none" strike="noStrike">
                <a:solidFill>
                  <a:srgbClr val="000000"/>
                </a:solidFill>
                <a:effectLst/>
                <a:uFillTx/>
                <a:latin typeface="Arial"/>
              </a:rPr>
              <a:t>Third Outline Level</a:t>
            </a:r>
            <a:endParaRPr lang="en-US" sz="4400" b="0" u="none" strike="noStrike">
              <a:solidFill>
                <a:srgbClr val="000000"/>
              </a:solidFill>
              <a:effectLst/>
              <a:uFillTx/>
              <a:latin typeface="Arial"/>
            </a:endParaRPr>
          </a:p>
          <a:p>
            <a:pPr marL="1828800" lvl="3" indent="-431640" algn="l">
              <a:lnSpc>
                <a:spcPct val="100000"/>
              </a:lnSpc>
              <a:spcBef>
                <a:spcPts val="567"/>
              </a:spcBef>
              <a:buClr>
                <a:srgbClr val="000000"/>
              </a:buClr>
              <a:buSzPct val="75000"/>
              <a:buFont typeface="Symbol" charset="2"/>
              <a:buChar char=""/>
            </a:pPr>
            <a:r>
              <a:rPr lang="en-US" sz="4400" b="0" u="none" strike="noStrike">
                <a:solidFill>
                  <a:srgbClr val="000000"/>
                </a:solidFill>
                <a:effectLst/>
                <a:uFillTx/>
                <a:latin typeface="Arial"/>
              </a:rPr>
              <a:t>Fourth Outline Level</a:t>
            </a:r>
            <a:endParaRPr lang="en-US" sz="4400" b="0" u="none" strike="noStrike">
              <a:solidFill>
                <a:srgbClr val="000000"/>
              </a:solidFill>
              <a:effectLst/>
              <a:uFillTx/>
              <a:latin typeface="Arial"/>
            </a:endParaRPr>
          </a:p>
          <a:p>
            <a:pPr marL="2286000" lvl="4" indent="-40644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Fifth Outline Level</a:t>
            </a:r>
            <a:endParaRPr lang="en-US" sz="44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Sixth Outline Level</a:t>
            </a:r>
            <a:endParaRPr lang="en-US" sz="44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Seventh Outline Level</a:t>
            </a:r>
            <a:endParaRPr lang="en-US" sz="4400" b="0" u="none" strike="noStrike">
              <a:solidFill>
                <a:srgbClr val="000000"/>
              </a:solidFill>
              <a:effectLst/>
              <a:uFillTx/>
              <a:latin typeface="Arial"/>
            </a:endParaRPr>
          </a:p>
        </p:txBody>
      </p:sp>
      <p:sp>
        <p:nvSpPr>
          <p:cNvPr id="342" name="PlaceHolder 2"/>
          <p:cNvSpPr>
            <a:spLocks noGrp="1"/>
          </p:cNvSpPr>
          <p:nvPr>
            <p:ph type="body"/>
          </p:nvPr>
        </p:nvSpPr>
        <p:spPr>
          <a:xfrm>
            <a:off x="1637640" y="4849920"/>
            <a:ext cx="16344000" cy="1201824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343" name="PlaceHolder 3"/>
          <p:cNvSpPr>
            <a:spLocks noGrp="1"/>
          </p:cNvSpPr>
          <p:nvPr>
            <p:ph type="body"/>
          </p:nvPr>
        </p:nvSpPr>
        <p:spPr>
          <a:xfrm>
            <a:off x="1637640" y="17064000"/>
            <a:ext cx="1634400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344" name="PlaceHolder 4"/>
          <p:cNvSpPr>
            <a:spLocks noGrp="1"/>
          </p:cNvSpPr>
          <p:nvPr>
            <p:ph type="body"/>
          </p:nvPr>
        </p:nvSpPr>
        <p:spPr>
          <a:xfrm>
            <a:off x="1637640" y="17751600"/>
            <a:ext cx="1634400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345" name="PlaceHolder 5"/>
          <p:cNvSpPr>
            <a:spLocks noGrp="1"/>
          </p:cNvSpPr>
          <p:nvPr>
            <p:ph type="title"/>
          </p:nvPr>
        </p:nvSpPr>
        <p:spPr>
          <a:xfrm>
            <a:off x="2514600" y="0"/>
            <a:ext cx="31545360" cy="251316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7200" b="0" u="none" strike="noStrike">
                <a:solidFill>
                  <a:srgbClr val="000000"/>
                </a:solidFill>
                <a:effectLst/>
                <a:uFillTx/>
                <a:latin typeface="Arial"/>
              </a:defRPr>
            </a:lvl1pPr>
          </a:lstStyle>
          <a:p>
            <a:pPr indent="0" algn="l">
              <a:lnSpc>
                <a:spcPct val="100000"/>
              </a:lnSpc>
              <a:buNone/>
              <a:tabLst>
                <a:tab pos="0" algn="l"/>
              </a:tabLst>
            </a:pPr>
            <a:r>
              <a:rPr lang="en-US" sz="7200" b="0" u="none" strike="noStrike">
                <a:solidFill>
                  <a:srgbClr val="000000"/>
                </a:solidFill>
                <a:effectLst/>
                <a:uFillTx/>
                <a:latin typeface="Arial"/>
              </a:rPr>
              <a:t>Click to edit the title text format</a:t>
            </a:r>
            <a:endParaRPr lang="en-US" sz="7200" b="0" u="none" strike="noStrike">
              <a:solidFill>
                <a:srgbClr val="000000"/>
              </a:solidFill>
              <a:effectLst/>
              <a:uFillTx/>
              <a:latin typeface="Arial"/>
            </a:endParaRPr>
          </a:p>
        </p:txBody>
      </p:sp>
      <p:sp>
        <p:nvSpPr>
          <p:cNvPr id="346" name="PlaceHolder 6"/>
          <p:cNvSpPr>
            <a:spLocks noGrp="1"/>
          </p:cNvSpPr>
          <p:nvPr>
            <p:ph type="body"/>
          </p:nvPr>
        </p:nvSpPr>
        <p:spPr>
          <a:xfrm>
            <a:off x="2514600" y="2487240"/>
            <a:ext cx="31545360" cy="14068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800" b="0" u="none" strike="noStrike">
                <a:solidFill>
                  <a:srgbClr val="000000"/>
                </a:solidFill>
                <a:effectLst/>
                <a:uFillTx/>
                <a:latin typeface="Arial"/>
              </a:rPr>
              <a:t>Click to edit the outline text format</a:t>
            </a:r>
            <a:endParaRPr lang="en-US" sz="4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800" b="0" u="none" strike="noStrike">
                <a:solidFill>
                  <a:srgbClr val="000000"/>
                </a:solidFill>
                <a:effectLst/>
                <a:uFillTx/>
                <a:latin typeface="Arial"/>
              </a:rPr>
              <a:t>Second Outline Level</a:t>
            </a:r>
            <a:endParaRPr lang="en-US" sz="4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800" b="0" u="none" strike="noStrike">
                <a:solidFill>
                  <a:srgbClr val="000000"/>
                </a:solidFill>
                <a:effectLst/>
                <a:uFillTx/>
                <a:latin typeface="Arial"/>
              </a:rPr>
              <a:t>Third Outline Level</a:t>
            </a:r>
            <a:endParaRPr lang="en-US" sz="4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800" b="0" u="none" strike="noStrike">
                <a:solidFill>
                  <a:srgbClr val="000000"/>
                </a:solidFill>
                <a:effectLst/>
                <a:uFillTx/>
                <a:latin typeface="Arial"/>
              </a:rPr>
              <a:t>Fourth Outline Level</a:t>
            </a:r>
            <a:endParaRPr lang="en-US" sz="4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Fifth Outline Level</a:t>
            </a:r>
            <a:endParaRPr lang="en-US" sz="4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Sixth Outline Level</a:t>
            </a:r>
            <a:endParaRPr lang="en-US" sz="4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Seventh Outline Level</a:t>
            </a:r>
            <a:endParaRPr lang="en-US" sz="4800" b="0" u="none" strike="noStrike">
              <a:solidFill>
                <a:srgbClr val="000000"/>
              </a:solidFill>
              <a:effectLst/>
              <a:uFillTx/>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up Image">
    <p:bg>
      <p:bgPr>
        <a:solidFill>
          <a:schemeClr val="dk1"/>
        </a:solidFill>
      </p:bgPr>
    </p:bg>
    <p:spTree>
      <p:nvGrpSpPr>
        <p:cNvPr id="1" name=""/>
        <p:cNvGrpSpPr/>
        <p:nvPr/>
      </p:nvGrpSpPr>
      <p:grpSpPr>
        <a:xfrm>
          <a:off x="0" y="0"/>
          <a:ext cx="0" cy="0"/>
          <a:chOff x="0" y="0"/>
          <a:chExt cx="0" cy="0"/>
        </a:xfrm>
      </p:grpSpPr>
      <p:grpSp>
        <p:nvGrpSpPr>
          <p:cNvPr id="347" name="Google Shape;10;p1"/>
          <p:cNvGrpSpPr/>
          <p:nvPr/>
        </p:nvGrpSpPr>
        <p:grpSpPr>
          <a:xfrm>
            <a:off x="34061400" y="19504440"/>
            <a:ext cx="2513160" cy="1071360"/>
            <a:chOff x="34061400" y="19504440"/>
            <a:chExt cx="2513160" cy="1071360"/>
          </a:xfrm>
        </p:grpSpPr>
        <p:sp>
          <p:nvSpPr>
            <p:cNvPr id="348"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349"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sp>
        <p:nvSpPr>
          <p:cNvPr id="350" name="PlaceHolder 1"/>
          <p:cNvSpPr>
            <a:spLocks noGrp="1"/>
          </p:cNvSpPr>
          <p:nvPr>
            <p:ph type="title"/>
          </p:nvPr>
        </p:nvSpPr>
        <p:spPr>
          <a:xfrm>
            <a:off x="2514600" y="0"/>
            <a:ext cx="31545360" cy="251316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7200" b="0" u="none" strike="noStrike">
                <a:solidFill>
                  <a:srgbClr val="000000"/>
                </a:solidFill>
                <a:effectLst/>
                <a:uFillTx/>
                <a:latin typeface="Arial"/>
              </a:defRPr>
            </a:lvl1pPr>
          </a:lstStyle>
          <a:p>
            <a:pPr indent="0" algn="l">
              <a:lnSpc>
                <a:spcPct val="100000"/>
              </a:lnSpc>
              <a:buNone/>
              <a:tabLst>
                <a:tab pos="0" algn="l"/>
              </a:tabLst>
            </a:pPr>
            <a:r>
              <a:rPr lang="en-US" sz="7200" b="0" u="none" strike="noStrike">
                <a:solidFill>
                  <a:srgbClr val="000000"/>
                </a:solidFill>
                <a:effectLst/>
                <a:uFillTx/>
                <a:latin typeface="Arial"/>
              </a:rPr>
              <a:t>Click to edit the title text format</a:t>
            </a:r>
            <a:endParaRPr lang="en-US" sz="7200" b="0" u="none" strike="noStrike">
              <a:solidFill>
                <a:srgbClr val="000000"/>
              </a:solidFill>
              <a:effectLst/>
              <a:uFillTx/>
              <a:latin typeface="Arial"/>
            </a:endParaRPr>
          </a:p>
        </p:txBody>
      </p:sp>
      <p:sp>
        <p:nvSpPr>
          <p:cNvPr id="351" name="PlaceHolder 2"/>
          <p:cNvSpPr>
            <a:spLocks noGrp="1"/>
          </p:cNvSpPr>
          <p:nvPr>
            <p:ph type="body"/>
          </p:nvPr>
        </p:nvSpPr>
        <p:spPr>
          <a:xfrm>
            <a:off x="2514600" y="2487240"/>
            <a:ext cx="31545360" cy="14068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800" b="0" u="none" strike="noStrike">
                <a:solidFill>
                  <a:srgbClr val="000000"/>
                </a:solidFill>
                <a:effectLst/>
                <a:uFillTx/>
                <a:latin typeface="Arial"/>
              </a:rPr>
              <a:t>Click to edit the outline text format</a:t>
            </a:r>
            <a:endParaRPr lang="en-US" sz="4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800" b="0" u="none" strike="noStrike">
                <a:solidFill>
                  <a:srgbClr val="000000"/>
                </a:solidFill>
                <a:effectLst/>
                <a:uFillTx/>
                <a:latin typeface="Arial"/>
              </a:rPr>
              <a:t>Second Outline Level</a:t>
            </a:r>
            <a:endParaRPr lang="en-US" sz="4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800" b="0" u="none" strike="noStrike">
                <a:solidFill>
                  <a:srgbClr val="000000"/>
                </a:solidFill>
                <a:effectLst/>
                <a:uFillTx/>
                <a:latin typeface="Arial"/>
              </a:rPr>
              <a:t>Third Outline Level</a:t>
            </a:r>
            <a:endParaRPr lang="en-US" sz="4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800" b="0" u="none" strike="noStrike">
                <a:solidFill>
                  <a:srgbClr val="000000"/>
                </a:solidFill>
                <a:effectLst/>
                <a:uFillTx/>
                <a:latin typeface="Arial"/>
              </a:rPr>
              <a:t>Fourth Outline Level</a:t>
            </a:r>
            <a:endParaRPr lang="en-US" sz="4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Fifth Outline Level</a:t>
            </a:r>
            <a:endParaRPr lang="en-US" sz="4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Sixth Outline Level</a:t>
            </a:r>
            <a:endParaRPr lang="en-US" sz="4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Seventh Outline Level</a:t>
            </a:r>
            <a:endParaRPr lang="en-US" sz="4800" b="0" u="none" strike="noStrike">
              <a:solidFill>
                <a:srgbClr val="000000"/>
              </a:solidFill>
              <a:effectLst/>
              <a:uFillTx/>
              <a:latin typeface="Arial"/>
            </a:endParaRPr>
          </a:p>
        </p:txBody>
      </p:sp>
      <p:sp>
        <p:nvSpPr>
          <p:cNvPr id="352" name="PlaceHolder 3"/>
          <p:cNvSpPr>
            <a:spLocks noGrp="1"/>
          </p:cNvSpPr>
          <p:nvPr>
            <p:ph type="body"/>
          </p:nvPr>
        </p:nvSpPr>
        <p:spPr>
          <a:xfrm>
            <a:off x="1637640" y="4849920"/>
            <a:ext cx="16344000" cy="1201824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353" name="PlaceHolder 4"/>
          <p:cNvSpPr>
            <a:spLocks noGrp="1"/>
          </p:cNvSpPr>
          <p:nvPr>
            <p:ph type="body"/>
          </p:nvPr>
        </p:nvSpPr>
        <p:spPr>
          <a:xfrm>
            <a:off x="18592920" y="4849920"/>
            <a:ext cx="16344000" cy="1201824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354" name="PlaceHolder 5"/>
          <p:cNvSpPr>
            <a:spLocks noGrp="1"/>
          </p:cNvSpPr>
          <p:nvPr>
            <p:ph type="body"/>
          </p:nvPr>
        </p:nvSpPr>
        <p:spPr>
          <a:xfrm>
            <a:off x="1637640" y="17064000"/>
            <a:ext cx="1634400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355" name="PlaceHolder 6"/>
          <p:cNvSpPr>
            <a:spLocks noGrp="1"/>
          </p:cNvSpPr>
          <p:nvPr>
            <p:ph type="body"/>
          </p:nvPr>
        </p:nvSpPr>
        <p:spPr>
          <a:xfrm>
            <a:off x="1637640" y="17751600"/>
            <a:ext cx="1634400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356" name="PlaceHolder 7"/>
          <p:cNvSpPr>
            <a:spLocks noGrp="1"/>
          </p:cNvSpPr>
          <p:nvPr>
            <p:ph type="body"/>
          </p:nvPr>
        </p:nvSpPr>
        <p:spPr>
          <a:xfrm>
            <a:off x="18592920" y="17064000"/>
            <a:ext cx="1634472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357" name="PlaceHolder 8"/>
          <p:cNvSpPr>
            <a:spLocks noGrp="1"/>
          </p:cNvSpPr>
          <p:nvPr>
            <p:ph type="body"/>
          </p:nvPr>
        </p:nvSpPr>
        <p:spPr>
          <a:xfrm>
            <a:off x="18592920" y="17751600"/>
            <a:ext cx="1634472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up Image Layout with Bullets">
    <p:bg>
      <p:bgPr>
        <a:solidFill>
          <a:schemeClr val="dk1"/>
        </a:solidFill>
      </p:bgPr>
    </p:bg>
    <p:spTree>
      <p:nvGrpSpPr>
        <p:cNvPr id="1" name=""/>
        <p:cNvGrpSpPr/>
        <p:nvPr/>
      </p:nvGrpSpPr>
      <p:grpSpPr>
        <a:xfrm>
          <a:off x="0" y="0"/>
          <a:ext cx="0" cy="0"/>
          <a:chOff x="0" y="0"/>
          <a:chExt cx="0" cy="0"/>
        </a:xfrm>
      </p:grpSpPr>
      <p:grpSp>
        <p:nvGrpSpPr>
          <p:cNvPr id="358" name="Google Shape;10;p1"/>
          <p:cNvGrpSpPr/>
          <p:nvPr/>
        </p:nvGrpSpPr>
        <p:grpSpPr>
          <a:xfrm>
            <a:off x="34061400" y="19504440"/>
            <a:ext cx="2513160" cy="1071360"/>
            <a:chOff x="34061400" y="19504440"/>
            <a:chExt cx="2513160" cy="1071360"/>
          </a:xfrm>
        </p:grpSpPr>
        <p:sp>
          <p:nvSpPr>
            <p:cNvPr id="359"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360"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sp>
        <p:nvSpPr>
          <p:cNvPr id="361" name="PlaceHolder 1"/>
          <p:cNvSpPr>
            <a:spLocks noGrp="1"/>
          </p:cNvSpPr>
          <p:nvPr>
            <p:ph type="title"/>
          </p:nvPr>
        </p:nvSpPr>
        <p:spPr>
          <a:xfrm>
            <a:off x="2514600" y="0"/>
            <a:ext cx="31545360" cy="251316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7200" b="0" u="none" strike="noStrike">
                <a:solidFill>
                  <a:srgbClr val="000000"/>
                </a:solidFill>
                <a:effectLst/>
                <a:uFillTx/>
                <a:latin typeface="Arial"/>
              </a:defRPr>
            </a:lvl1pPr>
          </a:lstStyle>
          <a:p>
            <a:pPr indent="0" algn="l">
              <a:lnSpc>
                <a:spcPct val="100000"/>
              </a:lnSpc>
              <a:buNone/>
              <a:tabLst>
                <a:tab pos="0" algn="l"/>
              </a:tabLst>
            </a:pPr>
            <a:r>
              <a:rPr lang="en-US" sz="7200" b="0" u="none" strike="noStrike">
                <a:solidFill>
                  <a:srgbClr val="000000"/>
                </a:solidFill>
                <a:effectLst/>
                <a:uFillTx/>
                <a:latin typeface="Arial"/>
              </a:rPr>
              <a:t>Click to edit the title text format</a:t>
            </a:r>
            <a:endParaRPr lang="en-US" sz="7200" b="0" u="none" strike="noStrike">
              <a:solidFill>
                <a:srgbClr val="000000"/>
              </a:solidFill>
              <a:effectLst/>
              <a:uFillTx/>
              <a:latin typeface="Arial"/>
            </a:endParaRPr>
          </a:p>
        </p:txBody>
      </p:sp>
      <p:sp>
        <p:nvSpPr>
          <p:cNvPr id="362" name="PlaceHolder 2"/>
          <p:cNvSpPr>
            <a:spLocks noGrp="1"/>
          </p:cNvSpPr>
          <p:nvPr>
            <p:ph type="body"/>
          </p:nvPr>
        </p:nvSpPr>
        <p:spPr>
          <a:xfrm>
            <a:off x="2514600" y="2487240"/>
            <a:ext cx="31545360" cy="14068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800" b="0" u="none" strike="noStrike">
                <a:solidFill>
                  <a:srgbClr val="000000"/>
                </a:solidFill>
                <a:effectLst/>
                <a:uFillTx/>
                <a:latin typeface="Arial"/>
              </a:rPr>
              <a:t>Click to edit the outline text format</a:t>
            </a:r>
            <a:endParaRPr lang="en-US" sz="4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800" b="0" u="none" strike="noStrike">
                <a:solidFill>
                  <a:srgbClr val="000000"/>
                </a:solidFill>
                <a:effectLst/>
                <a:uFillTx/>
                <a:latin typeface="Arial"/>
              </a:rPr>
              <a:t>Second Outline Level</a:t>
            </a:r>
            <a:endParaRPr lang="en-US" sz="4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800" b="0" u="none" strike="noStrike">
                <a:solidFill>
                  <a:srgbClr val="000000"/>
                </a:solidFill>
                <a:effectLst/>
                <a:uFillTx/>
                <a:latin typeface="Arial"/>
              </a:rPr>
              <a:t>Third Outline Level</a:t>
            </a:r>
            <a:endParaRPr lang="en-US" sz="4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800" b="0" u="none" strike="noStrike">
                <a:solidFill>
                  <a:srgbClr val="000000"/>
                </a:solidFill>
                <a:effectLst/>
                <a:uFillTx/>
                <a:latin typeface="Arial"/>
              </a:rPr>
              <a:t>Fourth Outline Level</a:t>
            </a:r>
            <a:endParaRPr lang="en-US" sz="4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Fifth Outline Level</a:t>
            </a:r>
            <a:endParaRPr lang="en-US" sz="4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Sixth Outline Level</a:t>
            </a:r>
            <a:endParaRPr lang="en-US" sz="4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Seventh Outline Level</a:t>
            </a:r>
            <a:endParaRPr lang="en-US" sz="4800" b="0" u="none" strike="noStrike">
              <a:solidFill>
                <a:srgbClr val="000000"/>
              </a:solidFill>
              <a:effectLst/>
              <a:uFillTx/>
              <a:latin typeface="Arial"/>
            </a:endParaRPr>
          </a:p>
        </p:txBody>
      </p:sp>
      <p:sp>
        <p:nvSpPr>
          <p:cNvPr id="363" name="PlaceHolder 3"/>
          <p:cNvSpPr>
            <a:spLocks noGrp="1"/>
          </p:cNvSpPr>
          <p:nvPr>
            <p:ph type="body"/>
          </p:nvPr>
        </p:nvSpPr>
        <p:spPr>
          <a:xfrm>
            <a:off x="1637640" y="4849920"/>
            <a:ext cx="8830800" cy="1201824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364" name="PlaceHolder 4"/>
          <p:cNvSpPr>
            <a:spLocks noGrp="1"/>
          </p:cNvSpPr>
          <p:nvPr>
            <p:ph type="body"/>
          </p:nvPr>
        </p:nvSpPr>
        <p:spPr>
          <a:xfrm>
            <a:off x="11058480" y="6919920"/>
            <a:ext cx="6923520" cy="7878240"/>
          </a:xfrm>
          <a:prstGeom prst="rect">
            <a:avLst/>
          </a:prstGeom>
          <a:noFill/>
          <a:ln w="0">
            <a:noFill/>
          </a:ln>
        </p:spPr>
        <p:txBody>
          <a:bodyPr lIns="91440" tIns="45720" rIns="91440" bIns="45720" anchor="ctr">
            <a:noAutofit/>
          </a:bodyPr>
          <a:lstStyle>
            <a:lvl1pPr algn="l">
              <a:lnSpc>
                <a:spcPct val="100000"/>
              </a:lnSpc>
              <a:spcBef>
                <a:spcPts val="1417"/>
              </a:spcBef>
              <a:buClr>
                <a:srgbClr val="000000"/>
              </a:buClr>
              <a:buSzPct val="45000"/>
              <a:buFont typeface="Wingdings" charset="2"/>
              <a:buChar char=""/>
              <a:defRPr lang="en-US" sz="44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4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4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7pPr>
          </a:lstStyle>
          <a:p>
            <a:pPr marL="457200" indent="-507960" algn="l">
              <a:lnSpc>
                <a:spcPct val="100000"/>
              </a:lnSpc>
              <a:spcBef>
                <a:spcPts val="1417"/>
              </a:spcBef>
              <a:buClr>
                <a:srgbClr val="000000"/>
              </a:buClr>
              <a:buSzPct val="45000"/>
              <a:buFont typeface="Wingdings" charset="2"/>
              <a:buChar char=""/>
            </a:pPr>
            <a:r>
              <a:rPr lang="en-US" sz="4400" b="0" u="none" strike="noStrike">
                <a:solidFill>
                  <a:srgbClr val="000000"/>
                </a:solidFill>
                <a:effectLst/>
                <a:uFillTx/>
                <a:latin typeface="Arial"/>
              </a:rPr>
              <a:t>Click to edit the outline text format</a:t>
            </a:r>
            <a:endParaRPr lang="en-US" sz="4400" b="0" u="none" strike="noStrike">
              <a:solidFill>
                <a:srgbClr val="000000"/>
              </a:solidFill>
              <a:effectLst/>
              <a:uFillTx/>
              <a:latin typeface="Arial"/>
            </a:endParaRPr>
          </a:p>
          <a:p>
            <a:pPr marL="914400" lvl="1" indent="-482760" algn="l">
              <a:lnSpc>
                <a:spcPct val="100000"/>
              </a:lnSpc>
              <a:spcBef>
                <a:spcPts val="1134"/>
              </a:spcBef>
              <a:buClr>
                <a:srgbClr val="000000"/>
              </a:buClr>
              <a:buSzPct val="75000"/>
              <a:buFont typeface="Symbol" charset="2"/>
              <a:buChar char=""/>
            </a:pPr>
            <a:r>
              <a:rPr lang="en-US" sz="4400" b="0" u="none" strike="noStrike">
                <a:solidFill>
                  <a:srgbClr val="000000"/>
                </a:solidFill>
                <a:effectLst/>
                <a:uFillTx/>
                <a:latin typeface="Arial"/>
              </a:rPr>
              <a:t>Second Outline Level</a:t>
            </a:r>
            <a:endParaRPr lang="en-US" sz="4400" b="0" u="none" strike="noStrike">
              <a:solidFill>
                <a:srgbClr val="000000"/>
              </a:solidFill>
              <a:effectLst/>
              <a:uFillTx/>
              <a:latin typeface="Arial"/>
            </a:endParaRPr>
          </a:p>
          <a:p>
            <a:pPr marL="1371600" lvl="2" indent="-457200" algn="l">
              <a:lnSpc>
                <a:spcPct val="100000"/>
              </a:lnSpc>
              <a:spcBef>
                <a:spcPts val="850"/>
              </a:spcBef>
              <a:buClr>
                <a:srgbClr val="000000"/>
              </a:buClr>
              <a:buSzPct val="45000"/>
              <a:buFont typeface="Wingdings" charset="2"/>
              <a:buChar char=""/>
            </a:pPr>
            <a:r>
              <a:rPr lang="en-US" sz="4400" b="0" u="none" strike="noStrike">
                <a:solidFill>
                  <a:srgbClr val="000000"/>
                </a:solidFill>
                <a:effectLst/>
                <a:uFillTx/>
                <a:latin typeface="Arial"/>
              </a:rPr>
              <a:t>Third Outline Level</a:t>
            </a:r>
            <a:endParaRPr lang="en-US" sz="4400" b="0" u="none" strike="noStrike">
              <a:solidFill>
                <a:srgbClr val="000000"/>
              </a:solidFill>
              <a:effectLst/>
              <a:uFillTx/>
              <a:latin typeface="Arial"/>
            </a:endParaRPr>
          </a:p>
          <a:p>
            <a:pPr marL="1828800" lvl="3" indent="-431640" algn="l">
              <a:lnSpc>
                <a:spcPct val="100000"/>
              </a:lnSpc>
              <a:spcBef>
                <a:spcPts val="567"/>
              </a:spcBef>
              <a:buClr>
                <a:srgbClr val="000000"/>
              </a:buClr>
              <a:buSzPct val="75000"/>
              <a:buFont typeface="Symbol" charset="2"/>
              <a:buChar char=""/>
            </a:pPr>
            <a:r>
              <a:rPr lang="en-US" sz="4400" b="0" u="none" strike="noStrike">
                <a:solidFill>
                  <a:srgbClr val="000000"/>
                </a:solidFill>
                <a:effectLst/>
                <a:uFillTx/>
                <a:latin typeface="Arial"/>
              </a:rPr>
              <a:t>Fourth Outline Level</a:t>
            </a:r>
            <a:endParaRPr lang="en-US" sz="4400" b="0" u="none" strike="noStrike">
              <a:solidFill>
                <a:srgbClr val="000000"/>
              </a:solidFill>
              <a:effectLst/>
              <a:uFillTx/>
              <a:latin typeface="Arial"/>
            </a:endParaRPr>
          </a:p>
          <a:p>
            <a:pPr marL="2286000" lvl="4" indent="-40644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Fifth Outline Level</a:t>
            </a:r>
            <a:endParaRPr lang="en-US" sz="44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Sixth Outline Level</a:t>
            </a:r>
            <a:endParaRPr lang="en-US" sz="44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Seventh Outline Level</a:t>
            </a:r>
            <a:endParaRPr lang="en-US" sz="4400" b="0" u="none" strike="noStrike">
              <a:solidFill>
                <a:srgbClr val="000000"/>
              </a:solidFill>
              <a:effectLst/>
              <a:uFillTx/>
              <a:latin typeface="Arial"/>
            </a:endParaRPr>
          </a:p>
        </p:txBody>
      </p:sp>
      <p:sp>
        <p:nvSpPr>
          <p:cNvPr id="365" name="PlaceHolder 5"/>
          <p:cNvSpPr>
            <a:spLocks noGrp="1"/>
          </p:cNvSpPr>
          <p:nvPr>
            <p:ph type="body"/>
          </p:nvPr>
        </p:nvSpPr>
        <p:spPr>
          <a:xfrm>
            <a:off x="18592920" y="4849920"/>
            <a:ext cx="8830800" cy="1201824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366" name="PlaceHolder 6"/>
          <p:cNvSpPr>
            <a:spLocks noGrp="1"/>
          </p:cNvSpPr>
          <p:nvPr>
            <p:ph type="body"/>
          </p:nvPr>
        </p:nvSpPr>
        <p:spPr>
          <a:xfrm>
            <a:off x="28013400" y="6919920"/>
            <a:ext cx="6923520" cy="7878240"/>
          </a:xfrm>
          <a:prstGeom prst="rect">
            <a:avLst/>
          </a:prstGeom>
          <a:noFill/>
          <a:ln w="0">
            <a:noFill/>
          </a:ln>
        </p:spPr>
        <p:txBody>
          <a:bodyPr lIns="91440" tIns="45720" rIns="91440" bIns="45720" anchor="ctr">
            <a:noAutofit/>
          </a:bodyPr>
          <a:lstStyle>
            <a:lvl1pPr algn="l">
              <a:lnSpc>
                <a:spcPct val="100000"/>
              </a:lnSpc>
              <a:spcBef>
                <a:spcPts val="1417"/>
              </a:spcBef>
              <a:buClr>
                <a:srgbClr val="000000"/>
              </a:buClr>
              <a:buSzPct val="45000"/>
              <a:buFont typeface="Wingdings" charset="2"/>
              <a:buChar char=""/>
              <a:defRPr lang="en-US" sz="44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4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4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7pPr>
          </a:lstStyle>
          <a:p>
            <a:pPr marL="457200" indent="-507960" algn="l">
              <a:lnSpc>
                <a:spcPct val="100000"/>
              </a:lnSpc>
              <a:spcBef>
                <a:spcPts val="1417"/>
              </a:spcBef>
              <a:buClr>
                <a:srgbClr val="000000"/>
              </a:buClr>
              <a:buSzPct val="45000"/>
              <a:buFont typeface="Wingdings" charset="2"/>
              <a:buChar char=""/>
            </a:pPr>
            <a:r>
              <a:rPr lang="en-US" sz="4400" b="0" u="none" strike="noStrike">
                <a:solidFill>
                  <a:srgbClr val="000000"/>
                </a:solidFill>
                <a:effectLst/>
                <a:uFillTx/>
                <a:latin typeface="Arial"/>
              </a:rPr>
              <a:t>Click to edit the outline text format</a:t>
            </a:r>
            <a:endParaRPr lang="en-US" sz="4400" b="0" u="none" strike="noStrike">
              <a:solidFill>
                <a:srgbClr val="000000"/>
              </a:solidFill>
              <a:effectLst/>
              <a:uFillTx/>
              <a:latin typeface="Arial"/>
            </a:endParaRPr>
          </a:p>
          <a:p>
            <a:pPr marL="914400" lvl="1" indent="-482760" algn="l">
              <a:lnSpc>
                <a:spcPct val="100000"/>
              </a:lnSpc>
              <a:spcBef>
                <a:spcPts val="1134"/>
              </a:spcBef>
              <a:buClr>
                <a:srgbClr val="000000"/>
              </a:buClr>
              <a:buSzPct val="75000"/>
              <a:buFont typeface="Symbol" charset="2"/>
              <a:buChar char=""/>
            </a:pPr>
            <a:r>
              <a:rPr lang="en-US" sz="4400" b="0" u="none" strike="noStrike">
                <a:solidFill>
                  <a:srgbClr val="000000"/>
                </a:solidFill>
                <a:effectLst/>
                <a:uFillTx/>
                <a:latin typeface="Arial"/>
              </a:rPr>
              <a:t>Second Outline Level</a:t>
            </a:r>
            <a:endParaRPr lang="en-US" sz="4400" b="0" u="none" strike="noStrike">
              <a:solidFill>
                <a:srgbClr val="000000"/>
              </a:solidFill>
              <a:effectLst/>
              <a:uFillTx/>
              <a:latin typeface="Arial"/>
            </a:endParaRPr>
          </a:p>
          <a:p>
            <a:pPr marL="1371600" lvl="2" indent="-457200" algn="l">
              <a:lnSpc>
                <a:spcPct val="100000"/>
              </a:lnSpc>
              <a:spcBef>
                <a:spcPts val="850"/>
              </a:spcBef>
              <a:buClr>
                <a:srgbClr val="000000"/>
              </a:buClr>
              <a:buSzPct val="45000"/>
              <a:buFont typeface="Wingdings" charset="2"/>
              <a:buChar char=""/>
            </a:pPr>
            <a:r>
              <a:rPr lang="en-US" sz="4400" b="0" u="none" strike="noStrike">
                <a:solidFill>
                  <a:srgbClr val="000000"/>
                </a:solidFill>
                <a:effectLst/>
                <a:uFillTx/>
                <a:latin typeface="Arial"/>
              </a:rPr>
              <a:t>Third Outline Level</a:t>
            </a:r>
            <a:endParaRPr lang="en-US" sz="4400" b="0" u="none" strike="noStrike">
              <a:solidFill>
                <a:srgbClr val="000000"/>
              </a:solidFill>
              <a:effectLst/>
              <a:uFillTx/>
              <a:latin typeface="Arial"/>
            </a:endParaRPr>
          </a:p>
          <a:p>
            <a:pPr marL="1828800" lvl="3" indent="-431640" algn="l">
              <a:lnSpc>
                <a:spcPct val="100000"/>
              </a:lnSpc>
              <a:spcBef>
                <a:spcPts val="567"/>
              </a:spcBef>
              <a:buClr>
                <a:srgbClr val="000000"/>
              </a:buClr>
              <a:buSzPct val="75000"/>
              <a:buFont typeface="Symbol" charset="2"/>
              <a:buChar char=""/>
            </a:pPr>
            <a:r>
              <a:rPr lang="en-US" sz="4400" b="0" u="none" strike="noStrike">
                <a:solidFill>
                  <a:srgbClr val="000000"/>
                </a:solidFill>
                <a:effectLst/>
                <a:uFillTx/>
                <a:latin typeface="Arial"/>
              </a:rPr>
              <a:t>Fourth Outline Level</a:t>
            </a:r>
            <a:endParaRPr lang="en-US" sz="4400" b="0" u="none" strike="noStrike">
              <a:solidFill>
                <a:srgbClr val="000000"/>
              </a:solidFill>
              <a:effectLst/>
              <a:uFillTx/>
              <a:latin typeface="Arial"/>
            </a:endParaRPr>
          </a:p>
          <a:p>
            <a:pPr marL="2286000" lvl="4" indent="-40644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Fifth Outline Level</a:t>
            </a:r>
            <a:endParaRPr lang="en-US" sz="44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Sixth Outline Level</a:t>
            </a:r>
            <a:endParaRPr lang="en-US" sz="44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Seventh Outline Level</a:t>
            </a:r>
            <a:endParaRPr lang="en-US" sz="4400" b="0" u="none" strike="noStrike">
              <a:solidFill>
                <a:srgbClr val="000000"/>
              </a:solidFill>
              <a:effectLst/>
              <a:uFillTx/>
              <a:latin typeface="Arial"/>
            </a:endParaRPr>
          </a:p>
        </p:txBody>
      </p:sp>
      <p:sp>
        <p:nvSpPr>
          <p:cNvPr id="367" name="PlaceHolder 7"/>
          <p:cNvSpPr>
            <a:spLocks noGrp="1"/>
          </p:cNvSpPr>
          <p:nvPr>
            <p:ph type="body"/>
          </p:nvPr>
        </p:nvSpPr>
        <p:spPr>
          <a:xfrm>
            <a:off x="1637640" y="17064000"/>
            <a:ext cx="883080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368" name="PlaceHolder 8"/>
          <p:cNvSpPr>
            <a:spLocks noGrp="1"/>
          </p:cNvSpPr>
          <p:nvPr>
            <p:ph type="body"/>
          </p:nvPr>
        </p:nvSpPr>
        <p:spPr>
          <a:xfrm>
            <a:off x="1637640" y="17751600"/>
            <a:ext cx="883080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369" name="PlaceHolder 9"/>
          <p:cNvSpPr>
            <a:spLocks noGrp="1"/>
          </p:cNvSpPr>
          <p:nvPr>
            <p:ph type="body"/>
          </p:nvPr>
        </p:nvSpPr>
        <p:spPr>
          <a:xfrm>
            <a:off x="18592920" y="17064000"/>
            <a:ext cx="883116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370" name="PlaceHolder 10"/>
          <p:cNvSpPr>
            <a:spLocks noGrp="1"/>
          </p:cNvSpPr>
          <p:nvPr>
            <p:ph type="body"/>
          </p:nvPr>
        </p:nvSpPr>
        <p:spPr>
          <a:xfrm>
            <a:off x="18592920" y="17751600"/>
            <a:ext cx="883116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up Image">
    <p:bg>
      <p:bgPr>
        <a:solidFill>
          <a:schemeClr val="dk1"/>
        </a:solidFill>
      </p:bgPr>
    </p:bg>
    <p:spTree>
      <p:nvGrpSpPr>
        <p:cNvPr id="1" name=""/>
        <p:cNvGrpSpPr/>
        <p:nvPr/>
      </p:nvGrpSpPr>
      <p:grpSpPr>
        <a:xfrm>
          <a:off x="0" y="0"/>
          <a:ext cx="0" cy="0"/>
          <a:chOff x="0" y="0"/>
          <a:chExt cx="0" cy="0"/>
        </a:xfrm>
      </p:grpSpPr>
      <p:grpSp>
        <p:nvGrpSpPr>
          <p:cNvPr id="371" name="Google Shape;10;p1"/>
          <p:cNvGrpSpPr/>
          <p:nvPr/>
        </p:nvGrpSpPr>
        <p:grpSpPr>
          <a:xfrm>
            <a:off x="34061400" y="19504440"/>
            <a:ext cx="2513160" cy="1071360"/>
            <a:chOff x="34061400" y="19504440"/>
            <a:chExt cx="2513160" cy="1071360"/>
          </a:xfrm>
        </p:grpSpPr>
        <p:sp>
          <p:nvSpPr>
            <p:cNvPr id="372"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373"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sp>
        <p:nvSpPr>
          <p:cNvPr id="374" name="PlaceHolder 1"/>
          <p:cNvSpPr>
            <a:spLocks noGrp="1"/>
          </p:cNvSpPr>
          <p:nvPr>
            <p:ph type="title"/>
          </p:nvPr>
        </p:nvSpPr>
        <p:spPr>
          <a:xfrm>
            <a:off x="2514600" y="0"/>
            <a:ext cx="31545360" cy="251316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7200" b="0" u="none" strike="noStrike">
                <a:solidFill>
                  <a:srgbClr val="000000"/>
                </a:solidFill>
                <a:effectLst/>
                <a:uFillTx/>
                <a:latin typeface="Arial"/>
              </a:defRPr>
            </a:lvl1pPr>
          </a:lstStyle>
          <a:p>
            <a:pPr indent="0" algn="l">
              <a:lnSpc>
                <a:spcPct val="100000"/>
              </a:lnSpc>
              <a:buNone/>
              <a:tabLst>
                <a:tab pos="0" algn="l"/>
              </a:tabLst>
            </a:pPr>
            <a:r>
              <a:rPr lang="en-US" sz="7200" b="0" u="none" strike="noStrike">
                <a:solidFill>
                  <a:srgbClr val="000000"/>
                </a:solidFill>
                <a:effectLst/>
                <a:uFillTx/>
                <a:latin typeface="Arial"/>
              </a:rPr>
              <a:t>Click to edit the title text format</a:t>
            </a:r>
            <a:endParaRPr lang="en-US" sz="7200" b="0" u="none" strike="noStrike">
              <a:solidFill>
                <a:srgbClr val="000000"/>
              </a:solidFill>
              <a:effectLst/>
              <a:uFillTx/>
              <a:latin typeface="Arial"/>
            </a:endParaRPr>
          </a:p>
        </p:txBody>
      </p:sp>
      <p:sp>
        <p:nvSpPr>
          <p:cNvPr id="375" name="PlaceHolder 2"/>
          <p:cNvSpPr>
            <a:spLocks noGrp="1"/>
          </p:cNvSpPr>
          <p:nvPr>
            <p:ph type="body"/>
          </p:nvPr>
        </p:nvSpPr>
        <p:spPr>
          <a:xfrm>
            <a:off x="2514600" y="2487240"/>
            <a:ext cx="31545360" cy="14068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800" b="0" u="none" strike="noStrike">
                <a:solidFill>
                  <a:srgbClr val="000000"/>
                </a:solidFill>
                <a:effectLst/>
                <a:uFillTx/>
                <a:latin typeface="Arial"/>
              </a:rPr>
              <a:t>Click to edit the outline text format</a:t>
            </a:r>
            <a:endParaRPr lang="en-US" sz="4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800" b="0" u="none" strike="noStrike">
                <a:solidFill>
                  <a:srgbClr val="000000"/>
                </a:solidFill>
                <a:effectLst/>
                <a:uFillTx/>
                <a:latin typeface="Arial"/>
              </a:rPr>
              <a:t>Second Outline Level</a:t>
            </a:r>
            <a:endParaRPr lang="en-US" sz="4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800" b="0" u="none" strike="noStrike">
                <a:solidFill>
                  <a:srgbClr val="000000"/>
                </a:solidFill>
                <a:effectLst/>
                <a:uFillTx/>
                <a:latin typeface="Arial"/>
              </a:rPr>
              <a:t>Third Outline Level</a:t>
            </a:r>
            <a:endParaRPr lang="en-US" sz="4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800" b="0" u="none" strike="noStrike">
                <a:solidFill>
                  <a:srgbClr val="000000"/>
                </a:solidFill>
                <a:effectLst/>
                <a:uFillTx/>
                <a:latin typeface="Arial"/>
              </a:rPr>
              <a:t>Fourth Outline Level</a:t>
            </a:r>
            <a:endParaRPr lang="en-US" sz="4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Fifth Outline Level</a:t>
            </a:r>
            <a:endParaRPr lang="en-US" sz="4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Sixth Outline Level</a:t>
            </a:r>
            <a:endParaRPr lang="en-US" sz="4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Seventh Outline Level</a:t>
            </a:r>
            <a:endParaRPr lang="en-US" sz="4800" b="0" u="none" strike="noStrike">
              <a:solidFill>
                <a:srgbClr val="000000"/>
              </a:solidFill>
              <a:effectLst/>
              <a:uFillTx/>
              <a:latin typeface="Arial"/>
            </a:endParaRPr>
          </a:p>
        </p:txBody>
      </p:sp>
      <p:sp>
        <p:nvSpPr>
          <p:cNvPr id="376" name="PlaceHolder 3"/>
          <p:cNvSpPr>
            <a:spLocks noGrp="1"/>
          </p:cNvSpPr>
          <p:nvPr>
            <p:ph type="body"/>
          </p:nvPr>
        </p:nvSpPr>
        <p:spPr>
          <a:xfrm>
            <a:off x="24148440" y="4849920"/>
            <a:ext cx="10788480" cy="1201824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377" name="PlaceHolder 4"/>
          <p:cNvSpPr>
            <a:spLocks noGrp="1"/>
          </p:cNvSpPr>
          <p:nvPr>
            <p:ph type="body"/>
          </p:nvPr>
        </p:nvSpPr>
        <p:spPr>
          <a:xfrm>
            <a:off x="12893040" y="4849920"/>
            <a:ext cx="10788480" cy="1201824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378" name="PlaceHolder 5"/>
          <p:cNvSpPr>
            <a:spLocks noGrp="1"/>
          </p:cNvSpPr>
          <p:nvPr>
            <p:ph type="body"/>
          </p:nvPr>
        </p:nvSpPr>
        <p:spPr>
          <a:xfrm>
            <a:off x="1637640" y="4849920"/>
            <a:ext cx="10788480" cy="1201824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379" name="PlaceHolder 6"/>
          <p:cNvSpPr>
            <a:spLocks noGrp="1"/>
          </p:cNvSpPr>
          <p:nvPr>
            <p:ph type="body"/>
          </p:nvPr>
        </p:nvSpPr>
        <p:spPr>
          <a:xfrm>
            <a:off x="1653120" y="17064000"/>
            <a:ext cx="1078848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380" name="PlaceHolder 7"/>
          <p:cNvSpPr>
            <a:spLocks noGrp="1"/>
          </p:cNvSpPr>
          <p:nvPr>
            <p:ph type="body"/>
          </p:nvPr>
        </p:nvSpPr>
        <p:spPr>
          <a:xfrm>
            <a:off x="1653120" y="17751600"/>
            <a:ext cx="1078848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381" name="PlaceHolder 8"/>
          <p:cNvSpPr>
            <a:spLocks noGrp="1"/>
          </p:cNvSpPr>
          <p:nvPr>
            <p:ph type="body"/>
          </p:nvPr>
        </p:nvSpPr>
        <p:spPr>
          <a:xfrm>
            <a:off x="12893040" y="17064000"/>
            <a:ext cx="1078848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382" name="PlaceHolder 9"/>
          <p:cNvSpPr>
            <a:spLocks noGrp="1"/>
          </p:cNvSpPr>
          <p:nvPr>
            <p:ph type="body"/>
          </p:nvPr>
        </p:nvSpPr>
        <p:spPr>
          <a:xfrm>
            <a:off x="12893040" y="17751600"/>
            <a:ext cx="1078848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383" name="PlaceHolder 10"/>
          <p:cNvSpPr>
            <a:spLocks noGrp="1"/>
          </p:cNvSpPr>
          <p:nvPr>
            <p:ph type="body"/>
          </p:nvPr>
        </p:nvSpPr>
        <p:spPr>
          <a:xfrm>
            <a:off x="24132960" y="17064000"/>
            <a:ext cx="1078884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384" name="PlaceHolder 11"/>
          <p:cNvSpPr>
            <a:spLocks noGrp="1"/>
          </p:cNvSpPr>
          <p:nvPr>
            <p:ph type="body"/>
          </p:nvPr>
        </p:nvSpPr>
        <p:spPr>
          <a:xfrm>
            <a:off x="24132960" y="17751600"/>
            <a:ext cx="1078884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6-up Image">
    <p:bg>
      <p:bgPr>
        <a:solidFill>
          <a:schemeClr val="dk1"/>
        </a:solidFill>
      </p:bgPr>
    </p:bg>
    <p:spTree>
      <p:nvGrpSpPr>
        <p:cNvPr id="1" name=""/>
        <p:cNvGrpSpPr/>
        <p:nvPr/>
      </p:nvGrpSpPr>
      <p:grpSpPr>
        <a:xfrm>
          <a:off x="0" y="0"/>
          <a:ext cx="0" cy="0"/>
          <a:chOff x="0" y="0"/>
          <a:chExt cx="0" cy="0"/>
        </a:xfrm>
      </p:grpSpPr>
      <p:grpSp>
        <p:nvGrpSpPr>
          <p:cNvPr id="385" name="Google Shape;10;p1"/>
          <p:cNvGrpSpPr/>
          <p:nvPr/>
        </p:nvGrpSpPr>
        <p:grpSpPr>
          <a:xfrm>
            <a:off x="34061400" y="19504440"/>
            <a:ext cx="2513160" cy="1071360"/>
            <a:chOff x="34061400" y="19504440"/>
            <a:chExt cx="2513160" cy="1071360"/>
          </a:xfrm>
        </p:grpSpPr>
        <p:sp>
          <p:nvSpPr>
            <p:cNvPr id="386"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387"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sp>
        <p:nvSpPr>
          <p:cNvPr id="388" name="PlaceHolder 1"/>
          <p:cNvSpPr>
            <a:spLocks noGrp="1"/>
          </p:cNvSpPr>
          <p:nvPr>
            <p:ph type="body"/>
          </p:nvPr>
        </p:nvSpPr>
        <p:spPr>
          <a:xfrm>
            <a:off x="12891240" y="4849920"/>
            <a:ext cx="1078848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389" name="PlaceHolder 2"/>
          <p:cNvSpPr>
            <a:spLocks noGrp="1"/>
          </p:cNvSpPr>
          <p:nvPr>
            <p:ph type="body"/>
          </p:nvPr>
        </p:nvSpPr>
        <p:spPr>
          <a:xfrm>
            <a:off x="1645560" y="4849920"/>
            <a:ext cx="1078848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390" name="PlaceHolder 3"/>
          <p:cNvSpPr>
            <a:spLocks noGrp="1"/>
          </p:cNvSpPr>
          <p:nvPr>
            <p:ph type="body"/>
          </p:nvPr>
        </p:nvSpPr>
        <p:spPr>
          <a:xfrm>
            <a:off x="24148440" y="4849920"/>
            <a:ext cx="1078848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391" name="PlaceHolder 4"/>
          <p:cNvSpPr>
            <a:spLocks noGrp="1"/>
          </p:cNvSpPr>
          <p:nvPr>
            <p:ph type="body"/>
          </p:nvPr>
        </p:nvSpPr>
        <p:spPr>
          <a:xfrm>
            <a:off x="1656720" y="9981720"/>
            <a:ext cx="1077732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392" name="PlaceHolder 5"/>
          <p:cNvSpPr>
            <a:spLocks noGrp="1"/>
          </p:cNvSpPr>
          <p:nvPr>
            <p:ph type="body"/>
          </p:nvPr>
        </p:nvSpPr>
        <p:spPr>
          <a:xfrm>
            <a:off x="1656720" y="10669320"/>
            <a:ext cx="1077732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393" name="PlaceHolder 6"/>
          <p:cNvSpPr>
            <a:spLocks noGrp="1"/>
          </p:cNvSpPr>
          <p:nvPr>
            <p:ph type="body"/>
          </p:nvPr>
        </p:nvSpPr>
        <p:spPr>
          <a:xfrm>
            <a:off x="12894480" y="9981720"/>
            <a:ext cx="1077732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394" name="PlaceHolder 7"/>
          <p:cNvSpPr>
            <a:spLocks noGrp="1"/>
          </p:cNvSpPr>
          <p:nvPr>
            <p:ph type="body"/>
          </p:nvPr>
        </p:nvSpPr>
        <p:spPr>
          <a:xfrm>
            <a:off x="12894480" y="10669320"/>
            <a:ext cx="1077732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395" name="PlaceHolder 8"/>
          <p:cNvSpPr>
            <a:spLocks noGrp="1"/>
          </p:cNvSpPr>
          <p:nvPr>
            <p:ph type="body"/>
          </p:nvPr>
        </p:nvSpPr>
        <p:spPr>
          <a:xfrm>
            <a:off x="24151320" y="9981720"/>
            <a:ext cx="1077768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396" name="PlaceHolder 9"/>
          <p:cNvSpPr>
            <a:spLocks noGrp="1"/>
          </p:cNvSpPr>
          <p:nvPr>
            <p:ph type="body"/>
          </p:nvPr>
        </p:nvSpPr>
        <p:spPr>
          <a:xfrm>
            <a:off x="24151320" y="10669320"/>
            <a:ext cx="1077768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397" name="PlaceHolder 10"/>
          <p:cNvSpPr>
            <a:spLocks noGrp="1"/>
          </p:cNvSpPr>
          <p:nvPr>
            <p:ph type="body"/>
          </p:nvPr>
        </p:nvSpPr>
        <p:spPr>
          <a:xfrm>
            <a:off x="12902760" y="11931840"/>
            <a:ext cx="1078848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398" name="PlaceHolder 11"/>
          <p:cNvSpPr>
            <a:spLocks noGrp="1"/>
          </p:cNvSpPr>
          <p:nvPr>
            <p:ph type="body"/>
          </p:nvPr>
        </p:nvSpPr>
        <p:spPr>
          <a:xfrm>
            <a:off x="1656720" y="11931840"/>
            <a:ext cx="1078848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399" name="PlaceHolder 12"/>
          <p:cNvSpPr>
            <a:spLocks noGrp="1"/>
          </p:cNvSpPr>
          <p:nvPr>
            <p:ph type="body"/>
          </p:nvPr>
        </p:nvSpPr>
        <p:spPr>
          <a:xfrm>
            <a:off x="24159600" y="11931840"/>
            <a:ext cx="1078848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00" name="PlaceHolder 13"/>
          <p:cNvSpPr>
            <a:spLocks noGrp="1"/>
          </p:cNvSpPr>
          <p:nvPr>
            <p:ph type="body"/>
          </p:nvPr>
        </p:nvSpPr>
        <p:spPr>
          <a:xfrm>
            <a:off x="1668240" y="17064000"/>
            <a:ext cx="1077732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401" name="PlaceHolder 14"/>
          <p:cNvSpPr>
            <a:spLocks noGrp="1"/>
          </p:cNvSpPr>
          <p:nvPr>
            <p:ph type="body"/>
          </p:nvPr>
        </p:nvSpPr>
        <p:spPr>
          <a:xfrm>
            <a:off x="1668240" y="17751600"/>
            <a:ext cx="1077732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402" name="PlaceHolder 15"/>
          <p:cNvSpPr>
            <a:spLocks noGrp="1"/>
          </p:cNvSpPr>
          <p:nvPr>
            <p:ph type="body"/>
          </p:nvPr>
        </p:nvSpPr>
        <p:spPr>
          <a:xfrm>
            <a:off x="12905640" y="17064000"/>
            <a:ext cx="1077732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403" name="PlaceHolder 16"/>
          <p:cNvSpPr>
            <a:spLocks noGrp="1"/>
          </p:cNvSpPr>
          <p:nvPr>
            <p:ph type="body"/>
          </p:nvPr>
        </p:nvSpPr>
        <p:spPr>
          <a:xfrm>
            <a:off x="12905640" y="17751600"/>
            <a:ext cx="1077732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404" name="PlaceHolder 17"/>
          <p:cNvSpPr>
            <a:spLocks noGrp="1"/>
          </p:cNvSpPr>
          <p:nvPr>
            <p:ph type="body"/>
          </p:nvPr>
        </p:nvSpPr>
        <p:spPr>
          <a:xfrm>
            <a:off x="24162480" y="17064000"/>
            <a:ext cx="1077768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405" name="PlaceHolder 18"/>
          <p:cNvSpPr>
            <a:spLocks noGrp="1"/>
          </p:cNvSpPr>
          <p:nvPr>
            <p:ph type="body"/>
          </p:nvPr>
        </p:nvSpPr>
        <p:spPr>
          <a:xfrm>
            <a:off x="24162480" y="17751600"/>
            <a:ext cx="1077768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406" name="PlaceHolder 19"/>
          <p:cNvSpPr>
            <a:spLocks noGrp="1"/>
          </p:cNvSpPr>
          <p:nvPr>
            <p:ph type="title"/>
          </p:nvPr>
        </p:nvSpPr>
        <p:spPr>
          <a:xfrm>
            <a:off x="2514600" y="0"/>
            <a:ext cx="31545360" cy="251316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7200" b="0" u="none" strike="noStrike">
                <a:solidFill>
                  <a:srgbClr val="000000"/>
                </a:solidFill>
                <a:effectLst/>
                <a:uFillTx/>
                <a:latin typeface="Arial"/>
              </a:defRPr>
            </a:lvl1pPr>
          </a:lstStyle>
          <a:p>
            <a:pPr indent="0" algn="l">
              <a:lnSpc>
                <a:spcPct val="100000"/>
              </a:lnSpc>
              <a:buNone/>
              <a:tabLst>
                <a:tab pos="0" algn="l"/>
              </a:tabLst>
            </a:pPr>
            <a:r>
              <a:rPr lang="en-US" sz="7200" b="0" u="none" strike="noStrike">
                <a:solidFill>
                  <a:srgbClr val="000000"/>
                </a:solidFill>
                <a:effectLst/>
                <a:uFillTx/>
                <a:latin typeface="Arial"/>
              </a:rPr>
              <a:t>Click to edit the title text format</a:t>
            </a:r>
            <a:endParaRPr lang="en-US" sz="7200" b="0" u="none" strike="noStrike">
              <a:solidFill>
                <a:srgbClr val="000000"/>
              </a:solidFill>
              <a:effectLst/>
              <a:uFillTx/>
              <a:latin typeface="Arial"/>
            </a:endParaRPr>
          </a:p>
        </p:txBody>
      </p:sp>
      <p:sp>
        <p:nvSpPr>
          <p:cNvPr id="407" name="PlaceHolder 20"/>
          <p:cNvSpPr>
            <a:spLocks noGrp="1"/>
          </p:cNvSpPr>
          <p:nvPr>
            <p:ph type="body"/>
          </p:nvPr>
        </p:nvSpPr>
        <p:spPr>
          <a:xfrm>
            <a:off x="2514600" y="2487240"/>
            <a:ext cx="31545360" cy="14068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800" b="0" u="none" strike="noStrike">
                <a:solidFill>
                  <a:srgbClr val="000000"/>
                </a:solidFill>
                <a:effectLst/>
                <a:uFillTx/>
                <a:latin typeface="Arial"/>
              </a:rPr>
              <a:t>Click to edit the outline text format</a:t>
            </a:r>
            <a:endParaRPr lang="en-US" sz="4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800" b="0" u="none" strike="noStrike">
                <a:solidFill>
                  <a:srgbClr val="000000"/>
                </a:solidFill>
                <a:effectLst/>
                <a:uFillTx/>
                <a:latin typeface="Arial"/>
              </a:rPr>
              <a:t>Second Outline Level</a:t>
            </a:r>
            <a:endParaRPr lang="en-US" sz="4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800" b="0" u="none" strike="noStrike">
                <a:solidFill>
                  <a:srgbClr val="000000"/>
                </a:solidFill>
                <a:effectLst/>
                <a:uFillTx/>
                <a:latin typeface="Arial"/>
              </a:rPr>
              <a:t>Third Outline Level</a:t>
            </a:r>
            <a:endParaRPr lang="en-US" sz="4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800" b="0" u="none" strike="noStrike">
                <a:solidFill>
                  <a:srgbClr val="000000"/>
                </a:solidFill>
                <a:effectLst/>
                <a:uFillTx/>
                <a:latin typeface="Arial"/>
              </a:rPr>
              <a:t>Fourth Outline Level</a:t>
            </a:r>
            <a:endParaRPr lang="en-US" sz="4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Fifth Outline Level</a:t>
            </a:r>
            <a:endParaRPr lang="en-US" sz="4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Sixth Outline Level</a:t>
            </a:r>
            <a:endParaRPr lang="en-US" sz="4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Seventh Outline Level</a:t>
            </a:r>
            <a:endParaRPr lang="en-US" sz="4800" b="0" u="none" strike="noStrike">
              <a:solidFill>
                <a:srgbClr val="000000"/>
              </a:solidFill>
              <a:effectLst/>
              <a:uFillTx/>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7-up Image">
    <p:bg>
      <p:bgPr>
        <a:solidFill>
          <a:schemeClr val="dk1"/>
        </a:solidFill>
      </p:bgPr>
    </p:bg>
    <p:spTree>
      <p:nvGrpSpPr>
        <p:cNvPr id="1" name=""/>
        <p:cNvGrpSpPr/>
        <p:nvPr/>
      </p:nvGrpSpPr>
      <p:grpSpPr>
        <a:xfrm>
          <a:off x="0" y="0"/>
          <a:ext cx="0" cy="0"/>
          <a:chOff x="0" y="0"/>
          <a:chExt cx="0" cy="0"/>
        </a:xfrm>
      </p:grpSpPr>
      <p:grpSp>
        <p:nvGrpSpPr>
          <p:cNvPr id="408" name="Google Shape;10;p1"/>
          <p:cNvGrpSpPr/>
          <p:nvPr/>
        </p:nvGrpSpPr>
        <p:grpSpPr>
          <a:xfrm>
            <a:off x="34061400" y="19504440"/>
            <a:ext cx="2513160" cy="1071360"/>
            <a:chOff x="34061400" y="19504440"/>
            <a:chExt cx="2513160" cy="1071360"/>
          </a:xfrm>
        </p:grpSpPr>
        <p:sp>
          <p:nvSpPr>
            <p:cNvPr id="409"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410"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sp>
        <p:nvSpPr>
          <p:cNvPr id="411" name="PlaceHolder 1"/>
          <p:cNvSpPr>
            <a:spLocks noGrp="1"/>
          </p:cNvSpPr>
          <p:nvPr>
            <p:ph type="body"/>
          </p:nvPr>
        </p:nvSpPr>
        <p:spPr>
          <a:xfrm>
            <a:off x="14335200" y="17058960"/>
            <a:ext cx="795384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412" name="PlaceHolder 2"/>
          <p:cNvSpPr>
            <a:spLocks noGrp="1"/>
          </p:cNvSpPr>
          <p:nvPr>
            <p:ph type="body"/>
          </p:nvPr>
        </p:nvSpPr>
        <p:spPr>
          <a:xfrm>
            <a:off x="5886720" y="17058960"/>
            <a:ext cx="796896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413" name="PlaceHolder 3"/>
          <p:cNvSpPr>
            <a:spLocks noGrp="1"/>
          </p:cNvSpPr>
          <p:nvPr>
            <p:ph type="body"/>
          </p:nvPr>
        </p:nvSpPr>
        <p:spPr>
          <a:xfrm>
            <a:off x="14335200" y="17727120"/>
            <a:ext cx="795384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414" name="PlaceHolder 4"/>
          <p:cNvSpPr>
            <a:spLocks noGrp="1"/>
          </p:cNvSpPr>
          <p:nvPr>
            <p:ph type="body"/>
          </p:nvPr>
        </p:nvSpPr>
        <p:spPr>
          <a:xfrm>
            <a:off x="5886720" y="17727120"/>
            <a:ext cx="796896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415" name="PlaceHolder 5"/>
          <p:cNvSpPr>
            <a:spLocks noGrp="1"/>
          </p:cNvSpPr>
          <p:nvPr>
            <p:ph type="body"/>
          </p:nvPr>
        </p:nvSpPr>
        <p:spPr>
          <a:xfrm>
            <a:off x="5886720" y="11926080"/>
            <a:ext cx="795384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16" name="PlaceHolder 6"/>
          <p:cNvSpPr>
            <a:spLocks noGrp="1"/>
          </p:cNvSpPr>
          <p:nvPr>
            <p:ph type="body"/>
          </p:nvPr>
        </p:nvSpPr>
        <p:spPr>
          <a:xfrm>
            <a:off x="14335200" y="11926080"/>
            <a:ext cx="795384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17" name="PlaceHolder 7"/>
          <p:cNvSpPr>
            <a:spLocks noGrp="1"/>
          </p:cNvSpPr>
          <p:nvPr>
            <p:ph type="body"/>
          </p:nvPr>
        </p:nvSpPr>
        <p:spPr>
          <a:xfrm>
            <a:off x="22783680" y="11926080"/>
            <a:ext cx="795384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18" name="PlaceHolder 8"/>
          <p:cNvSpPr>
            <a:spLocks noGrp="1"/>
          </p:cNvSpPr>
          <p:nvPr>
            <p:ph type="body"/>
          </p:nvPr>
        </p:nvSpPr>
        <p:spPr>
          <a:xfrm>
            <a:off x="22783680" y="17058960"/>
            <a:ext cx="794988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419" name="PlaceHolder 9"/>
          <p:cNvSpPr>
            <a:spLocks noGrp="1"/>
          </p:cNvSpPr>
          <p:nvPr>
            <p:ph type="body"/>
          </p:nvPr>
        </p:nvSpPr>
        <p:spPr>
          <a:xfrm>
            <a:off x="22783680" y="17727120"/>
            <a:ext cx="794988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420" name="PlaceHolder 10"/>
          <p:cNvSpPr>
            <a:spLocks noGrp="1"/>
          </p:cNvSpPr>
          <p:nvPr>
            <p:ph type="body"/>
          </p:nvPr>
        </p:nvSpPr>
        <p:spPr>
          <a:xfrm>
            <a:off x="18534600" y="4849920"/>
            <a:ext cx="795384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21" name="PlaceHolder 11"/>
          <p:cNvSpPr>
            <a:spLocks noGrp="1"/>
          </p:cNvSpPr>
          <p:nvPr>
            <p:ph type="body"/>
          </p:nvPr>
        </p:nvSpPr>
        <p:spPr>
          <a:xfrm>
            <a:off x="10086120" y="4849920"/>
            <a:ext cx="795384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22" name="PlaceHolder 12"/>
          <p:cNvSpPr>
            <a:spLocks noGrp="1"/>
          </p:cNvSpPr>
          <p:nvPr>
            <p:ph type="body"/>
          </p:nvPr>
        </p:nvSpPr>
        <p:spPr>
          <a:xfrm>
            <a:off x="1637640" y="4849920"/>
            <a:ext cx="795384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23" name="PlaceHolder 13"/>
          <p:cNvSpPr>
            <a:spLocks noGrp="1"/>
          </p:cNvSpPr>
          <p:nvPr>
            <p:ph type="body"/>
          </p:nvPr>
        </p:nvSpPr>
        <p:spPr>
          <a:xfrm>
            <a:off x="26983080" y="4849920"/>
            <a:ext cx="795384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24" name="PlaceHolder 14"/>
          <p:cNvSpPr>
            <a:spLocks noGrp="1"/>
          </p:cNvSpPr>
          <p:nvPr>
            <p:ph type="body"/>
          </p:nvPr>
        </p:nvSpPr>
        <p:spPr>
          <a:xfrm>
            <a:off x="10094400" y="9981720"/>
            <a:ext cx="794556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425" name="PlaceHolder 15"/>
          <p:cNvSpPr>
            <a:spLocks noGrp="1"/>
          </p:cNvSpPr>
          <p:nvPr>
            <p:ph type="body"/>
          </p:nvPr>
        </p:nvSpPr>
        <p:spPr>
          <a:xfrm>
            <a:off x="1637640" y="9981720"/>
            <a:ext cx="794556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426" name="PlaceHolder 16"/>
          <p:cNvSpPr>
            <a:spLocks noGrp="1"/>
          </p:cNvSpPr>
          <p:nvPr>
            <p:ph type="body"/>
          </p:nvPr>
        </p:nvSpPr>
        <p:spPr>
          <a:xfrm>
            <a:off x="10094400" y="10669320"/>
            <a:ext cx="794556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427" name="PlaceHolder 17"/>
          <p:cNvSpPr>
            <a:spLocks noGrp="1"/>
          </p:cNvSpPr>
          <p:nvPr>
            <p:ph type="body"/>
          </p:nvPr>
        </p:nvSpPr>
        <p:spPr>
          <a:xfrm>
            <a:off x="1637640" y="10669320"/>
            <a:ext cx="794556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428" name="PlaceHolder 18"/>
          <p:cNvSpPr>
            <a:spLocks noGrp="1"/>
          </p:cNvSpPr>
          <p:nvPr>
            <p:ph type="body"/>
          </p:nvPr>
        </p:nvSpPr>
        <p:spPr>
          <a:xfrm>
            <a:off x="18534600" y="9981720"/>
            <a:ext cx="794556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429" name="PlaceHolder 19"/>
          <p:cNvSpPr>
            <a:spLocks noGrp="1"/>
          </p:cNvSpPr>
          <p:nvPr>
            <p:ph type="body"/>
          </p:nvPr>
        </p:nvSpPr>
        <p:spPr>
          <a:xfrm>
            <a:off x="18534600" y="10669320"/>
            <a:ext cx="794556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430" name="PlaceHolder 20"/>
          <p:cNvSpPr>
            <a:spLocks noGrp="1"/>
          </p:cNvSpPr>
          <p:nvPr>
            <p:ph type="body"/>
          </p:nvPr>
        </p:nvSpPr>
        <p:spPr>
          <a:xfrm>
            <a:off x="26983080" y="9981720"/>
            <a:ext cx="794592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431" name="PlaceHolder 21"/>
          <p:cNvSpPr>
            <a:spLocks noGrp="1"/>
          </p:cNvSpPr>
          <p:nvPr>
            <p:ph type="body"/>
          </p:nvPr>
        </p:nvSpPr>
        <p:spPr>
          <a:xfrm>
            <a:off x="26983080" y="10669320"/>
            <a:ext cx="794592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432" name="PlaceHolder 22"/>
          <p:cNvSpPr>
            <a:spLocks noGrp="1"/>
          </p:cNvSpPr>
          <p:nvPr>
            <p:ph type="title"/>
          </p:nvPr>
        </p:nvSpPr>
        <p:spPr>
          <a:xfrm>
            <a:off x="2514600" y="0"/>
            <a:ext cx="31545360" cy="251316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7200" b="0" u="none" strike="noStrike">
                <a:solidFill>
                  <a:srgbClr val="000000"/>
                </a:solidFill>
                <a:effectLst/>
                <a:uFillTx/>
                <a:latin typeface="Arial"/>
              </a:defRPr>
            </a:lvl1pPr>
          </a:lstStyle>
          <a:p>
            <a:pPr indent="0" algn="l">
              <a:lnSpc>
                <a:spcPct val="100000"/>
              </a:lnSpc>
              <a:buNone/>
              <a:tabLst>
                <a:tab pos="0" algn="l"/>
              </a:tabLst>
            </a:pPr>
            <a:r>
              <a:rPr lang="en-US" sz="7200" b="0" u="none" strike="noStrike">
                <a:solidFill>
                  <a:srgbClr val="000000"/>
                </a:solidFill>
                <a:effectLst/>
                <a:uFillTx/>
                <a:latin typeface="Arial"/>
              </a:rPr>
              <a:t>Click to edit the title text format</a:t>
            </a:r>
            <a:endParaRPr lang="en-US" sz="7200" b="0" u="none" strike="noStrike">
              <a:solidFill>
                <a:srgbClr val="000000"/>
              </a:solidFill>
              <a:effectLst/>
              <a:uFillTx/>
              <a:latin typeface="Arial"/>
            </a:endParaRPr>
          </a:p>
        </p:txBody>
      </p:sp>
      <p:sp>
        <p:nvSpPr>
          <p:cNvPr id="433" name="PlaceHolder 23"/>
          <p:cNvSpPr>
            <a:spLocks noGrp="1"/>
          </p:cNvSpPr>
          <p:nvPr>
            <p:ph type="body"/>
          </p:nvPr>
        </p:nvSpPr>
        <p:spPr>
          <a:xfrm>
            <a:off x="2514600" y="2487240"/>
            <a:ext cx="31545360" cy="14068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800" b="0" u="none" strike="noStrike">
                <a:solidFill>
                  <a:srgbClr val="000000"/>
                </a:solidFill>
                <a:effectLst/>
                <a:uFillTx/>
                <a:latin typeface="Arial"/>
              </a:rPr>
              <a:t>Click to edit the outline text format</a:t>
            </a:r>
            <a:endParaRPr lang="en-US" sz="4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800" b="0" u="none" strike="noStrike">
                <a:solidFill>
                  <a:srgbClr val="000000"/>
                </a:solidFill>
                <a:effectLst/>
                <a:uFillTx/>
                <a:latin typeface="Arial"/>
              </a:rPr>
              <a:t>Second Outline Level</a:t>
            </a:r>
            <a:endParaRPr lang="en-US" sz="4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800" b="0" u="none" strike="noStrike">
                <a:solidFill>
                  <a:srgbClr val="000000"/>
                </a:solidFill>
                <a:effectLst/>
                <a:uFillTx/>
                <a:latin typeface="Arial"/>
              </a:rPr>
              <a:t>Third Outline Level</a:t>
            </a:r>
            <a:endParaRPr lang="en-US" sz="4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800" b="0" u="none" strike="noStrike">
                <a:solidFill>
                  <a:srgbClr val="000000"/>
                </a:solidFill>
                <a:effectLst/>
                <a:uFillTx/>
                <a:latin typeface="Arial"/>
              </a:rPr>
              <a:t>Fourth Outline Level</a:t>
            </a:r>
            <a:endParaRPr lang="en-US" sz="4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Fifth Outline Level</a:t>
            </a:r>
            <a:endParaRPr lang="en-US" sz="4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Sixth Outline Level</a:t>
            </a:r>
            <a:endParaRPr lang="en-US" sz="4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Seventh Outline Level</a:t>
            </a:r>
            <a:endParaRPr lang="en-US" sz="4800" b="0" u="none" strike="noStrike">
              <a:solidFill>
                <a:srgbClr val="000000"/>
              </a:solidFill>
              <a:effectLst/>
              <a:uFillTx/>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8-up Image">
    <p:bg>
      <p:bgPr>
        <a:solidFill>
          <a:schemeClr val="dk1"/>
        </a:solidFill>
      </p:bgPr>
    </p:bg>
    <p:spTree>
      <p:nvGrpSpPr>
        <p:cNvPr id="1" name=""/>
        <p:cNvGrpSpPr/>
        <p:nvPr/>
      </p:nvGrpSpPr>
      <p:grpSpPr>
        <a:xfrm>
          <a:off x="0" y="0"/>
          <a:ext cx="0" cy="0"/>
          <a:chOff x="0" y="0"/>
          <a:chExt cx="0" cy="0"/>
        </a:xfrm>
      </p:grpSpPr>
      <p:grpSp>
        <p:nvGrpSpPr>
          <p:cNvPr id="434" name="Google Shape;10;p1"/>
          <p:cNvGrpSpPr/>
          <p:nvPr/>
        </p:nvGrpSpPr>
        <p:grpSpPr>
          <a:xfrm>
            <a:off x="34061400" y="19504440"/>
            <a:ext cx="2513160" cy="1071360"/>
            <a:chOff x="34061400" y="19504440"/>
            <a:chExt cx="2513160" cy="1071360"/>
          </a:xfrm>
        </p:grpSpPr>
        <p:sp>
          <p:nvSpPr>
            <p:cNvPr id="435"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436"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sp>
        <p:nvSpPr>
          <p:cNvPr id="437" name="PlaceHolder 1"/>
          <p:cNvSpPr>
            <a:spLocks noGrp="1"/>
          </p:cNvSpPr>
          <p:nvPr>
            <p:ph type="body"/>
          </p:nvPr>
        </p:nvSpPr>
        <p:spPr>
          <a:xfrm>
            <a:off x="1637640" y="11926080"/>
            <a:ext cx="795384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38" name="PlaceHolder 2"/>
          <p:cNvSpPr>
            <a:spLocks noGrp="1"/>
          </p:cNvSpPr>
          <p:nvPr>
            <p:ph type="body"/>
          </p:nvPr>
        </p:nvSpPr>
        <p:spPr>
          <a:xfrm>
            <a:off x="10086120" y="11926080"/>
            <a:ext cx="795384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39" name="PlaceHolder 3"/>
          <p:cNvSpPr>
            <a:spLocks noGrp="1"/>
          </p:cNvSpPr>
          <p:nvPr>
            <p:ph type="body"/>
          </p:nvPr>
        </p:nvSpPr>
        <p:spPr>
          <a:xfrm>
            <a:off x="18534600" y="11926080"/>
            <a:ext cx="795384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40" name="PlaceHolder 4"/>
          <p:cNvSpPr>
            <a:spLocks noGrp="1"/>
          </p:cNvSpPr>
          <p:nvPr>
            <p:ph type="body"/>
          </p:nvPr>
        </p:nvSpPr>
        <p:spPr>
          <a:xfrm>
            <a:off x="18534600" y="4849920"/>
            <a:ext cx="795384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41" name="PlaceHolder 5"/>
          <p:cNvSpPr>
            <a:spLocks noGrp="1"/>
          </p:cNvSpPr>
          <p:nvPr>
            <p:ph type="body"/>
          </p:nvPr>
        </p:nvSpPr>
        <p:spPr>
          <a:xfrm>
            <a:off x="10086120" y="4849920"/>
            <a:ext cx="795384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42" name="PlaceHolder 6"/>
          <p:cNvSpPr>
            <a:spLocks noGrp="1"/>
          </p:cNvSpPr>
          <p:nvPr>
            <p:ph type="body"/>
          </p:nvPr>
        </p:nvSpPr>
        <p:spPr>
          <a:xfrm>
            <a:off x="1637640" y="4849920"/>
            <a:ext cx="795384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43" name="PlaceHolder 7"/>
          <p:cNvSpPr>
            <a:spLocks noGrp="1"/>
          </p:cNvSpPr>
          <p:nvPr>
            <p:ph type="body"/>
          </p:nvPr>
        </p:nvSpPr>
        <p:spPr>
          <a:xfrm>
            <a:off x="26983080" y="4849920"/>
            <a:ext cx="795384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44" name="PlaceHolder 8"/>
          <p:cNvSpPr>
            <a:spLocks noGrp="1"/>
          </p:cNvSpPr>
          <p:nvPr>
            <p:ph type="body"/>
          </p:nvPr>
        </p:nvSpPr>
        <p:spPr>
          <a:xfrm>
            <a:off x="26967960" y="11926080"/>
            <a:ext cx="795384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45" name="PlaceHolder 9"/>
          <p:cNvSpPr>
            <a:spLocks noGrp="1"/>
          </p:cNvSpPr>
          <p:nvPr>
            <p:ph type="body"/>
          </p:nvPr>
        </p:nvSpPr>
        <p:spPr>
          <a:xfrm>
            <a:off x="10094400" y="9981720"/>
            <a:ext cx="794556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446" name="PlaceHolder 10"/>
          <p:cNvSpPr>
            <a:spLocks noGrp="1"/>
          </p:cNvSpPr>
          <p:nvPr>
            <p:ph type="body"/>
          </p:nvPr>
        </p:nvSpPr>
        <p:spPr>
          <a:xfrm>
            <a:off x="1637640" y="9981720"/>
            <a:ext cx="794556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447" name="PlaceHolder 11"/>
          <p:cNvSpPr>
            <a:spLocks noGrp="1"/>
          </p:cNvSpPr>
          <p:nvPr>
            <p:ph type="body"/>
          </p:nvPr>
        </p:nvSpPr>
        <p:spPr>
          <a:xfrm>
            <a:off x="10094400" y="10669320"/>
            <a:ext cx="794556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448" name="PlaceHolder 12"/>
          <p:cNvSpPr>
            <a:spLocks noGrp="1"/>
          </p:cNvSpPr>
          <p:nvPr>
            <p:ph type="body"/>
          </p:nvPr>
        </p:nvSpPr>
        <p:spPr>
          <a:xfrm>
            <a:off x="1637640" y="10669320"/>
            <a:ext cx="794556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449" name="PlaceHolder 13"/>
          <p:cNvSpPr>
            <a:spLocks noGrp="1"/>
          </p:cNvSpPr>
          <p:nvPr>
            <p:ph type="body"/>
          </p:nvPr>
        </p:nvSpPr>
        <p:spPr>
          <a:xfrm>
            <a:off x="18534600" y="9981720"/>
            <a:ext cx="794556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450" name="PlaceHolder 14"/>
          <p:cNvSpPr>
            <a:spLocks noGrp="1"/>
          </p:cNvSpPr>
          <p:nvPr>
            <p:ph type="body"/>
          </p:nvPr>
        </p:nvSpPr>
        <p:spPr>
          <a:xfrm>
            <a:off x="18534600" y="10669320"/>
            <a:ext cx="794556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451" name="PlaceHolder 15"/>
          <p:cNvSpPr>
            <a:spLocks noGrp="1"/>
          </p:cNvSpPr>
          <p:nvPr>
            <p:ph type="body"/>
          </p:nvPr>
        </p:nvSpPr>
        <p:spPr>
          <a:xfrm>
            <a:off x="26983080" y="9981720"/>
            <a:ext cx="794592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452" name="PlaceHolder 16"/>
          <p:cNvSpPr>
            <a:spLocks noGrp="1"/>
          </p:cNvSpPr>
          <p:nvPr>
            <p:ph type="body"/>
          </p:nvPr>
        </p:nvSpPr>
        <p:spPr>
          <a:xfrm>
            <a:off x="26983080" y="10669320"/>
            <a:ext cx="794592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453" name="PlaceHolder 17"/>
          <p:cNvSpPr>
            <a:spLocks noGrp="1"/>
          </p:cNvSpPr>
          <p:nvPr>
            <p:ph type="body"/>
          </p:nvPr>
        </p:nvSpPr>
        <p:spPr>
          <a:xfrm>
            <a:off x="10087200" y="17058960"/>
            <a:ext cx="794556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454" name="PlaceHolder 18"/>
          <p:cNvSpPr>
            <a:spLocks noGrp="1"/>
          </p:cNvSpPr>
          <p:nvPr>
            <p:ph type="body"/>
          </p:nvPr>
        </p:nvSpPr>
        <p:spPr>
          <a:xfrm>
            <a:off x="1630440" y="17058960"/>
            <a:ext cx="794556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455" name="PlaceHolder 19"/>
          <p:cNvSpPr>
            <a:spLocks noGrp="1"/>
          </p:cNvSpPr>
          <p:nvPr>
            <p:ph type="body"/>
          </p:nvPr>
        </p:nvSpPr>
        <p:spPr>
          <a:xfrm>
            <a:off x="10087200" y="17746560"/>
            <a:ext cx="794556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456" name="PlaceHolder 20"/>
          <p:cNvSpPr>
            <a:spLocks noGrp="1"/>
          </p:cNvSpPr>
          <p:nvPr>
            <p:ph type="body"/>
          </p:nvPr>
        </p:nvSpPr>
        <p:spPr>
          <a:xfrm>
            <a:off x="1630440" y="17746560"/>
            <a:ext cx="794556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457" name="PlaceHolder 21"/>
          <p:cNvSpPr>
            <a:spLocks noGrp="1"/>
          </p:cNvSpPr>
          <p:nvPr>
            <p:ph type="body"/>
          </p:nvPr>
        </p:nvSpPr>
        <p:spPr>
          <a:xfrm>
            <a:off x="18527400" y="17058960"/>
            <a:ext cx="794556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458" name="PlaceHolder 22"/>
          <p:cNvSpPr>
            <a:spLocks noGrp="1"/>
          </p:cNvSpPr>
          <p:nvPr>
            <p:ph type="body"/>
          </p:nvPr>
        </p:nvSpPr>
        <p:spPr>
          <a:xfrm>
            <a:off x="18527400" y="17746560"/>
            <a:ext cx="794556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459" name="PlaceHolder 23"/>
          <p:cNvSpPr>
            <a:spLocks noGrp="1"/>
          </p:cNvSpPr>
          <p:nvPr>
            <p:ph type="body"/>
          </p:nvPr>
        </p:nvSpPr>
        <p:spPr>
          <a:xfrm>
            <a:off x="26975880" y="17058960"/>
            <a:ext cx="794592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460" name="PlaceHolder 24"/>
          <p:cNvSpPr>
            <a:spLocks noGrp="1"/>
          </p:cNvSpPr>
          <p:nvPr>
            <p:ph type="body"/>
          </p:nvPr>
        </p:nvSpPr>
        <p:spPr>
          <a:xfrm>
            <a:off x="26975880" y="17746560"/>
            <a:ext cx="794592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461" name="PlaceHolder 25"/>
          <p:cNvSpPr>
            <a:spLocks noGrp="1"/>
          </p:cNvSpPr>
          <p:nvPr>
            <p:ph type="title"/>
          </p:nvPr>
        </p:nvSpPr>
        <p:spPr>
          <a:xfrm>
            <a:off x="2514600" y="0"/>
            <a:ext cx="31545360" cy="251316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7200" b="0" u="none" strike="noStrike">
                <a:solidFill>
                  <a:srgbClr val="000000"/>
                </a:solidFill>
                <a:effectLst/>
                <a:uFillTx/>
                <a:latin typeface="Arial"/>
              </a:defRPr>
            </a:lvl1pPr>
          </a:lstStyle>
          <a:p>
            <a:pPr indent="0" algn="l">
              <a:lnSpc>
                <a:spcPct val="100000"/>
              </a:lnSpc>
              <a:buNone/>
              <a:tabLst>
                <a:tab pos="0" algn="l"/>
              </a:tabLst>
            </a:pPr>
            <a:r>
              <a:rPr lang="en-US" sz="7200" b="0" u="none" strike="noStrike">
                <a:solidFill>
                  <a:srgbClr val="000000"/>
                </a:solidFill>
                <a:effectLst/>
                <a:uFillTx/>
                <a:latin typeface="Arial"/>
              </a:rPr>
              <a:t>Click to edit the title text format</a:t>
            </a:r>
            <a:endParaRPr lang="en-US" sz="7200" b="0" u="none" strike="noStrike">
              <a:solidFill>
                <a:srgbClr val="000000"/>
              </a:solidFill>
              <a:effectLst/>
              <a:uFillTx/>
              <a:latin typeface="Arial"/>
            </a:endParaRPr>
          </a:p>
        </p:txBody>
      </p:sp>
      <p:sp>
        <p:nvSpPr>
          <p:cNvPr id="462" name="PlaceHolder 26"/>
          <p:cNvSpPr>
            <a:spLocks noGrp="1"/>
          </p:cNvSpPr>
          <p:nvPr>
            <p:ph type="body"/>
          </p:nvPr>
        </p:nvSpPr>
        <p:spPr>
          <a:xfrm>
            <a:off x="2514600" y="2487240"/>
            <a:ext cx="31545360" cy="14068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800" b="0" u="none" strike="noStrike">
                <a:solidFill>
                  <a:srgbClr val="000000"/>
                </a:solidFill>
                <a:effectLst/>
                <a:uFillTx/>
                <a:latin typeface="Arial"/>
              </a:rPr>
              <a:t>Click to edit the outline text format</a:t>
            </a:r>
            <a:endParaRPr lang="en-US" sz="4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800" b="0" u="none" strike="noStrike">
                <a:solidFill>
                  <a:srgbClr val="000000"/>
                </a:solidFill>
                <a:effectLst/>
                <a:uFillTx/>
                <a:latin typeface="Arial"/>
              </a:rPr>
              <a:t>Second Outline Level</a:t>
            </a:r>
            <a:endParaRPr lang="en-US" sz="4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800" b="0" u="none" strike="noStrike">
                <a:solidFill>
                  <a:srgbClr val="000000"/>
                </a:solidFill>
                <a:effectLst/>
                <a:uFillTx/>
                <a:latin typeface="Arial"/>
              </a:rPr>
              <a:t>Third Outline Level</a:t>
            </a:r>
            <a:endParaRPr lang="en-US" sz="4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800" b="0" u="none" strike="noStrike">
                <a:solidFill>
                  <a:srgbClr val="000000"/>
                </a:solidFill>
                <a:effectLst/>
                <a:uFillTx/>
                <a:latin typeface="Arial"/>
              </a:rPr>
              <a:t>Fourth Outline Level</a:t>
            </a:r>
            <a:endParaRPr lang="en-US" sz="4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Fifth Outline Level</a:t>
            </a:r>
            <a:endParaRPr lang="en-US" sz="4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Sixth Outline Level</a:t>
            </a:r>
            <a:endParaRPr lang="en-US" sz="4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Seventh Outline Level</a:t>
            </a:r>
            <a:endParaRPr lang="en-US" sz="4800" b="0" u="none" strike="noStrike">
              <a:solidFill>
                <a:srgbClr val="000000"/>
              </a:solidFill>
              <a:effectLst/>
              <a:uFillTx/>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ubtitle, Bullets">
    <p:bg>
      <p:bgPr>
        <a:solidFill>
          <a:schemeClr val="dk1"/>
        </a:solidFill>
      </p:bgPr>
    </p:bg>
    <p:spTree>
      <p:nvGrpSpPr>
        <p:cNvPr id="1" name=""/>
        <p:cNvGrpSpPr/>
        <p:nvPr/>
      </p:nvGrpSpPr>
      <p:grpSpPr>
        <a:xfrm>
          <a:off x="0" y="0"/>
          <a:ext cx="0" cy="0"/>
          <a:chOff x="0" y="0"/>
          <a:chExt cx="0" cy="0"/>
        </a:xfrm>
      </p:grpSpPr>
      <p:grpSp>
        <p:nvGrpSpPr>
          <p:cNvPr id="463" name="Google Shape;10;p1"/>
          <p:cNvGrpSpPr/>
          <p:nvPr/>
        </p:nvGrpSpPr>
        <p:grpSpPr>
          <a:xfrm>
            <a:off x="34061400" y="19504440"/>
            <a:ext cx="2513160" cy="1071360"/>
            <a:chOff x="34061400" y="19504440"/>
            <a:chExt cx="2513160" cy="1071360"/>
          </a:xfrm>
        </p:grpSpPr>
        <p:sp>
          <p:nvSpPr>
            <p:cNvPr id="464"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465"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sp>
        <p:nvSpPr>
          <p:cNvPr id="466" name="PlaceHolder 1"/>
          <p:cNvSpPr>
            <a:spLocks noGrp="1"/>
          </p:cNvSpPr>
          <p:nvPr>
            <p:ph type="title"/>
          </p:nvPr>
        </p:nvSpPr>
        <p:spPr>
          <a:xfrm>
            <a:off x="2514600" y="0"/>
            <a:ext cx="31545360" cy="251316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7200" b="0" u="none" strike="noStrike">
                <a:solidFill>
                  <a:srgbClr val="000000"/>
                </a:solidFill>
                <a:effectLst/>
                <a:uFillTx/>
                <a:latin typeface="Arial"/>
              </a:defRPr>
            </a:lvl1pPr>
          </a:lstStyle>
          <a:p>
            <a:pPr indent="0" algn="l">
              <a:lnSpc>
                <a:spcPct val="100000"/>
              </a:lnSpc>
              <a:buNone/>
              <a:tabLst>
                <a:tab pos="0" algn="l"/>
              </a:tabLst>
            </a:pPr>
            <a:r>
              <a:rPr lang="en-US" sz="7200" b="0" u="none" strike="noStrike">
                <a:solidFill>
                  <a:srgbClr val="000000"/>
                </a:solidFill>
                <a:effectLst/>
                <a:uFillTx/>
                <a:latin typeface="Arial"/>
              </a:rPr>
              <a:t>Click to edit the title text format</a:t>
            </a:r>
            <a:endParaRPr lang="en-US" sz="7200" b="0" u="none" strike="noStrike">
              <a:solidFill>
                <a:srgbClr val="000000"/>
              </a:solidFill>
              <a:effectLst/>
              <a:uFillTx/>
              <a:latin typeface="Arial"/>
            </a:endParaRPr>
          </a:p>
        </p:txBody>
      </p:sp>
      <p:sp>
        <p:nvSpPr>
          <p:cNvPr id="467" name="PlaceHolder 2"/>
          <p:cNvSpPr>
            <a:spLocks noGrp="1"/>
          </p:cNvSpPr>
          <p:nvPr>
            <p:ph type="body"/>
          </p:nvPr>
        </p:nvSpPr>
        <p:spPr>
          <a:xfrm>
            <a:off x="2514600" y="2487240"/>
            <a:ext cx="31545360" cy="14068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800" b="0" u="none" strike="noStrike">
                <a:solidFill>
                  <a:srgbClr val="000000"/>
                </a:solidFill>
                <a:effectLst/>
                <a:uFillTx/>
                <a:latin typeface="Arial"/>
              </a:rPr>
              <a:t>Click to edit the outline text format</a:t>
            </a:r>
            <a:endParaRPr lang="en-US" sz="4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800" b="0" u="none" strike="noStrike">
                <a:solidFill>
                  <a:srgbClr val="000000"/>
                </a:solidFill>
                <a:effectLst/>
                <a:uFillTx/>
                <a:latin typeface="Arial"/>
              </a:rPr>
              <a:t>Second Outline Level</a:t>
            </a:r>
            <a:endParaRPr lang="en-US" sz="4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800" b="0" u="none" strike="noStrike">
                <a:solidFill>
                  <a:srgbClr val="000000"/>
                </a:solidFill>
                <a:effectLst/>
                <a:uFillTx/>
                <a:latin typeface="Arial"/>
              </a:rPr>
              <a:t>Third Outline Level</a:t>
            </a:r>
            <a:endParaRPr lang="en-US" sz="4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800" b="0" u="none" strike="noStrike">
                <a:solidFill>
                  <a:srgbClr val="000000"/>
                </a:solidFill>
                <a:effectLst/>
                <a:uFillTx/>
                <a:latin typeface="Arial"/>
              </a:rPr>
              <a:t>Fourth Outline Level</a:t>
            </a:r>
            <a:endParaRPr lang="en-US" sz="4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Fifth Outline Level</a:t>
            </a:r>
            <a:endParaRPr lang="en-US" sz="4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Sixth Outline Level</a:t>
            </a:r>
            <a:endParaRPr lang="en-US" sz="4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Seventh Outline Level</a:t>
            </a:r>
            <a:endParaRPr lang="en-US" sz="4800" b="0" u="none" strike="noStrike">
              <a:solidFill>
                <a:srgbClr val="000000"/>
              </a:solidFill>
              <a:effectLst/>
              <a:uFillTx/>
              <a:latin typeface="Arial"/>
            </a:endParaRPr>
          </a:p>
        </p:txBody>
      </p:sp>
      <p:sp>
        <p:nvSpPr>
          <p:cNvPr id="468" name="PlaceHolder 3"/>
          <p:cNvSpPr>
            <a:spLocks noGrp="1"/>
          </p:cNvSpPr>
          <p:nvPr>
            <p:ph type="body"/>
          </p:nvPr>
        </p:nvSpPr>
        <p:spPr>
          <a:xfrm>
            <a:off x="2514600" y="4846320"/>
            <a:ext cx="31545360" cy="136504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4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4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4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400" b="0" u="none" strike="noStrike">
                <a:solidFill>
                  <a:srgbClr val="000000"/>
                </a:solidFill>
                <a:effectLst/>
                <a:uFillTx/>
                <a:latin typeface="Arial"/>
              </a:defRPr>
            </a:lvl7pPr>
          </a:lstStyle>
          <a:p>
            <a:pPr marL="457200" indent="-507960" algn="l">
              <a:lnSpc>
                <a:spcPct val="100000"/>
              </a:lnSpc>
              <a:spcBef>
                <a:spcPts val="1417"/>
              </a:spcBef>
              <a:buClr>
                <a:srgbClr val="000000"/>
              </a:buClr>
              <a:buSzPct val="45000"/>
              <a:buFont typeface="Wingdings" charset="2"/>
              <a:buChar char=""/>
            </a:pPr>
            <a:r>
              <a:rPr lang="en-US" sz="4400" b="0" u="none" strike="noStrike">
                <a:solidFill>
                  <a:srgbClr val="000000"/>
                </a:solidFill>
                <a:effectLst/>
                <a:uFillTx/>
                <a:latin typeface="Arial"/>
              </a:rPr>
              <a:t>Click to edit the outline text format</a:t>
            </a:r>
            <a:endParaRPr lang="en-US" sz="4400" b="0" u="none" strike="noStrike">
              <a:solidFill>
                <a:srgbClr val="000000"/>
              </a:solidFill>
              <a:effectLst/>
              <a:uFillTx/>
              <a:latin typeface="Arial"/>
            </a:endParaRPr>
          </a:p>
          <a:p>
            <a:pPr marL="914400" lvl="1" indent="-482760" algn="l">
              <a:lnSpc>
                <a:spcPct val="100000"/>
              </a:lnSpc>
              <a:spcBef>
                <a:spcPts val="1134"/>
              </a:spcBef>
              <a:buClr>
                <a:srgbClr val="000000"/>
              </a:buClr>
              <a:buSzPct val="75000"/>
              <a:buFont typeface="Symbol" charset="2"/>
              <a:buChar char=""/>
            </a:pPr>
            <a:r>
              <a:rPr lang="en-US" sz="4400" b="0" u="none" strike="noStrike">
                <a:solidFill>
                  <a:srgbClr val="000000"/>
                </a:solidFill>
                <a:effectLst/>
                <a:uFillTx/>
                <a:latin typeface="Arial"/>
              </a:rPr>
              <a:t>Second Outline Level</a:t>
            </a:r>
            <a:endParaRPr lang="en-US" sz="4400" b="0" u="none" strike="noStrike">
              <a:solidFill>
                <a:srgbClr val="000000"/>
              </a:solidFill>
              <a:effectLst/>
              <a:uFillTx/>
              <a:latin typeface="Arial"/>
            </a:endParaRPr>
          </a:p>
          <a:p>
            <a:pPr marL="1371600" lvl="2" indent="-457200" algn="l">
              <a:lnSpc>
                <a:spcPct val="100000"/>
              </a:lnSpc>
              <a:spcBef>
                <a:spcPts val="850"/>
              </a:spcBef>
              <a:buClr>
                <a:srgbClr val="000000"/>
              </a:buClr>
              <a:buSzPct val="45000"/>
              <a:buFont typeface="Wingdings" charset="2"/>
              <a:buChar char=""/>
            </a:pPr>
            <a:r>
              <a:rPr lang="en-US" sz="4400" b="0" u="none" strike="noStrike">
                <a:solidFill>
                  <a:srgbClr val="000000"/>
                </a:solidFill>
                <a:effectLst/>
                <a:uFillTx/>
                <a:latin typeface="Arial"/>
              </a:rPr>
              <a:t>Third Outline Level</a:t>
            </a:r>
            <a:endParaRPr lang="en-US" sz="4400" b="0" u="none" strike="noStrike">
              <a:solidFill>
                <a:srgbClr val="000000"/>
              </a:solidFill>
              <a:effectLst/>
              <a:uFillTx/>
              <a:latin typeface="Arial"/>
            </a:endParaRPr>
          </a:p>
          <a:p>
            <a:pPr marL="1828800" lvl="3" indent="-431640" algn="l">
              <a:lnSpc>
                <a:spcPct val="100000"/>
              </a:lnSpc>
              <a:spcBef>
                <a:spcPts val="567"/>
              </a:spcBef>
              <a:buClr>
                <a:srgbClr val="000000"/>
              </a:buClr>
              <a:buSzPct val="75000"/>
              <a:buFont typeface="Symbol" charset="2"/>
              <a:buChar char=""/>
            </a:pPr>
            <a:r>
              <a:rPr lang="en-US" sz="4400" b="0" u="none" strike="noStrike">
                <a:solidFill>
                  <a:srgbClr val="000000"/>
                </a:solidFill>
                <a:effectLst/>
                <a:uFillTx/>
                <a:latin typeface="Arial"/>
              </a:rPr>
              <a:t>Fourth Outline Level</a:t>
            </a:r>
            <a:endParaRPr lang="en-US" sz="4400" b="0" u="none" strike="noStrike">
              <a:solidFill>
                <a:srgbClr val="000000"/>
              </a:solidFill>
              <a:effectLst/>
              <a:uFillTx/>
              <a:latin typeface="Arial"/>
            </a:endParaRPr>
          </a:p>
          <a:p>
            <a:pPr marL="2286000" lvl="4" indent="-40644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Fifth Outline Level</a:t>
            </a:r>
            <a:endParaRPr lang="en-US" sz="44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Sixth Outline Level</a:t>
            </a:r>
            <a:endParaRPr lang="en-US" sz="44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400" b="0" u="none" strike="noStrike">
                <a:solidFill>
                  <a:srgbClr val="000000"/>
                </a:solidFill>
                <a:effectLst/>
                <a:uFillTx/>
                <a:latin typeface="Arial"/>
              </a:rPr>
              <a:t>Seventh Outline Level</a:t>
            </a:r>
            <a:endParaRPr lang="en-US" sz="4400" b="0" u="none" strike="noStrike">
              <a:solidFill>
                <a:srgbClr val="000000"/>
              </a:solidFill>
              <a:effectLst/>
              <a:uFillTx/>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9-up Image">
    <p:bg>
      <p:bgPr>
        <a:solidFill>
          <a:schemeClr val="dk1"/>
        </a:solidFill>
      </p:bgPr>
    </p:bg>
    <p:spTree>
      <p:nvGrpSpPr>
        <p:cNvPr id="1" name=""/>
        <p:cNvGrpSpPr/>
        <p:nvPr/>
      </p:nvGrpSpPr>
      <p:grpSpPr>
        <a:xfrm>
          <a:off x="0" y="0"/>
          <a:ext cx="0" cy="0"/>
          <a:chOff x="0" y="0"/>
          <a:chExt cx="0" cy="0"/>
        </a:xfrm>
      </p:grpSpPr>
      <p:grpSp>
        <p:nvGrpSpPr>
          <p:cNvPr id="469" name="Google Shape;10;p1"/>
          <p:cNvGrpSpPr/>
          <p:nvPr/>
        </p:nvGrpSpPr>
        <p:grpSpPr>
          <a:xfrm>
            <a:off x="34061400" y="19504440"/>
            <a:ext cx="2513160" cy="1071360"/>
            <a:chOff x="34061400" y="19504440"/>
            <a:chExt cx="2513160" cy="1071360"/>
          </a:xfrm>
        </p:grpSpPr>
        <p:sp>
          <p:nvSpPr>
            <p:cNvPr id="470" name="Google Shape;11;p1"/>
            <p:cNvSpPr/>
            <p:nvPr/>
          </p:nvSpPr>
          <p:spPr>
            <a:xfrm>
              <a:off x="36420480" y="19687680"/>
              <a:ext cx="154080" cy="888120"/>
            </a:xfrm>
            <a:prstGeom prst="rect">
              <a:avLst/>
            </a:prstGeom>
            <a:solidFill>
              <a:schemeClr val="dk2"/>
            </a:solidFill>
            <a:ln w="0">
              <a:noFill/>
            </a:ln>
          </p:spPr>
          <p:style>
            <a:lnRef idx="0"/>
            <a:fillRef idx="0"/>
            <a:effectRef idx="0"/>
            <a:fontRef idx="minor"/>
          </p:style>
          <p:txBody>
            <a:bodyPr lIns="77040" tIns="45000" rIns="77040" bIns="45000" anchor="ctr">
              <a:noAutofit/>
            </a:bodyPr>
            <a:p>
              <a:endParaRPr lang="en-US" sz="1400" b="0" u="none" strike="noStrike">
                <a:solidFill>
                  <a:srgbClr val="000000"/>
                </a:solidFill>
                <a:effectLst/>
                <a:uFillTx/>
                <a:latin typeface="Arial"/>
              </a:endParaRPr>
            </a:p>
          </p:txBody>
        </p:sp>
        <p:pic>
          <p:nvPicPr>
            <p:cNvPr id="471" name="Google Shape;12;p1" descr="A picture containing shape&#10;&#10;Description automatically generated"/>
            <p:cNvPicPr/>
            <p:nvPr/>
          </p:nvPicPr>
          <p:blipFill>
            <a:blip r:embed="rId2"/>
            <a:stretch/>
          </p:blipFill>
          <p:spPr>
            <a:xfrm>
              <a:off x="34061400" y="19504440"/>
              <a:ext cx="2001960" cy="688680"/>
            </a:xfrm>
            <a:prstGeom prst="rect">
              <a:avLst/>
            </a:prstGeom>
            <a:noFill/>
            <a:ln w="0">
              <a:noFill/>
            </a:ln>
          </p:spPr>
        </p:pic>
      </p:grpSp>
      <p:sp>
        <p:nvSpPr>
          <p:cNvPr id="472" name="PlaceHolder 1"/>
          <p:cNvSpPr>
            <a:spLocks noGrp="1"/>
          </p:cNvSpPr>
          <p:nvPr>
            <p:ph type="body"/>
          </p:nvPr>
        </p:nvSpPr>
        <p:spPr>
          <a:xfrm>
            <a:off x="11782080" y="17058960"/>
            <a:ext cx="626004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473" name="PlaceHolder 2"/>
          <p:cNvSpPr>
            <a:spLocks noGrp="1"/>
          </p:cNvSpPr>
          <p:nvPr>
            <p:ph type="body"/>
          </p:nvPr>
        </p:nvSpPr>
        <p:spPr>
          <a:xfrm>
            <a:off x="5037480" y="17058960"/>
            <a:ext cx="625356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474" name="PlaceHolder 3"/>
          <p:cNvSpPr>
            <a:spLocks noGrp="1"/>
          </p:cNvSpPr>
          <p:nvPr>
            <p:ph type="body"/>
          </p:nvPr>
        </p:nvSpPr>
        <p:spPr>
          <a:xfrm>
            <a:off x="11782080" y="17727120"/>
            <a:ext cx="626004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475" name="PlaceHolder 4"/>
          <p:cNvSpPr>
            <a:spLocks noGrp="1"/>
          </p:cNvSpPr>
          <p:nvPr>
            <p:ph type="body"/>
          </p:nvPr>
        </p:nvSpPr>
        <p:spPr>
          <a:xfrm>
            <a:off x="5037480" y="17727120"/>
            <a:ext cx="625356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476" name="PlaceHolder 5"/>
          <p:cNvSpPr>
            <a:spLocks noGrp="1"/>
          </p:cNvSpPr>
          <p:nvPr>
            <p:ph type="body"/>
          </p:nvPr>
        </p:nvSpPr>
        <p:spPr>
          <a:xfrm>
            <a:off x="5021280" y="11926080"/>
            <a:ext cx="626220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77" name="PlaceHolder 6"/>
          <p:cNvSpPr>
            <a:spLocks noGrp="1"/>
          </p:cNvSpPr>
          <p:nvPr>
            <p:ph type="body"/>
          </p:nvPr>
        </p:nvSpPr>
        <p:spPr>
          <a:xfrm>
            <a:off x="11779560" y="11926080"/>
            <a:ext cx="626220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78" name="PlaceHolder 7"/>
          <p:cNvSpPr>
            <a:spLocks noGrp="1"/>
          </p:cNvSpPr>
          <p:nvPr>
            <p:ph type="body"/>
          </p:nvPr>
        </p:nvSpPr>
        <p:spPr>
          <a:xfrm>
            <a:off x="25286040" y="11926080"/>
            <a:ext cx="626220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79" name="PlaceHolder 8"/>
          <p:cNvSpPr>
            <a:spLocks noGrp="1"/>
          </p:cNvSpPr>
          <p:nvPr>
            <p:ph type="body"/>
          </p:nvPr>
        </p:nvSpPr>
        <p:spPr>
          <a:xfrm>
            <a:off x="18532440" y="17058960"/>
            <a:ext cx="626220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480" name="PlaceHolder 9"/>
          <p:cNvSpPr>
            <a:spLocks noGrp="1"/>
          </p:cNvSpPr>
          <p:nvPr>
            <p:ph type="body"/>
          </p:nvPr>
        </p:nvSpPr>
        <p:spPr>
          <a:xfrm>
            <a:off x="18532440" y="17727120"/>
            <a:ext cx="626220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481" name="PlaceHolder 10"/>
          <p:cNvSpPr>
            <a:spLocks noGrp="1"/>
          </p:cNvSpPr>
          <p:nvPr>
            <p:ph type="body"/>
          </p:nvPr>
        </p:nvSpPr>
        <p:spPr>
          <a:xfrm>
            <a:off x="15152040" y="4848840"/>
            <a:ext cx="626220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82" name="PlaceHolder 11"/>
          <p:cNvSpPr>
            <a:spLocks noGrp="1"/>
          </p:cNvSpPr>
          <p:nvPr>
            <p:ph type="body"/>
          </p:nvPr>
        </p:nvSpPr>
        <p:spPr>
          <a:xfrm>
            <a:off x="8394840" y="4848840"/>
            <a:ext cx="626220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83" name="PlaceHolder 12"/>
          <p:cNvSpPr>
            <a:spLocks noGrp="1"/>
          </p:cNvSpPr>
          <p:nvPr>
            <p:ph type="body"/>
          </p:nvPr>
        </p:nvSpPr>
        <p:spPr>
          <a:xfrm>
            <a:off x="1637640" y="4848840"/>
            <a:ext cx="626220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84" name="PlaceHolder 13"/>
          <p:cNvSpPr>
            <a:spLocks noGrp="1"/>
          </p:cNvSpPr>
          <p:nvPr>
            <p:ph type="body"/>
          </p:nvPr>
        </p:nvSpPr>
        <p:spPr>
          <a:xfrm>
            <a:off x="21909240" y="4848840"/>
            <a:ext cx="626220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85" name="PlaceHolder 14"/>
          <p:cNvSpPr>
            <a:spLocks noGrp="1"/>
          </p:cNvSpPr>
          <p:nvPr>
            <p:ph type="body"/>
          </p:nvPr>
        </p:nvSpPr>
        <p:spPr>
          <a:xfrm>
            <a:off x="28666440" y="4848840"/>
            <a:ext cx="626220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86" name="PlaceHolder 15"/>
          <p:cNvSpPr>
            <a:spLocks noGrp="1"/>
          </p:cNvSpPr>
          <p:nvPr>
            <p:ph type="body"/>
          </p:nvPr>
        </p:nvSpPr>
        <p:spPr>
          <a:xfrm>
            <a:off x="18527760" y="11926080"/>
            <a:ext cx="6262200" cy="4936320"/>
          </a:xfrm>
          <a:prstGeom prst="rect">
            <a:avLst/>
          </a:prstGeom>
          <a:solidFill>
            <a:srgbClr val="151617">
              <a:alpha val="61000"/>
            </a:srgbClr>
          </a:solidFill>
          <a:ln w="9360">
            <a:solidFill>
              <a:schemeClr val="accent5"/>
            </a:solidFill>
            <a:round/>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87" name="PlaceHolder 16"/>
          <p:cNvSpPr>
            <a:spLocks noGrp="1"/>
          </p:cNvSpPr>
          <p:nvPr>
            <p:ph type="body"/>
          </p:nvPr>
        </p:nvSpPr>
        <p:spPr>
          <a:xfrm>
            <a:off x="25307280" y="17058960"/>
            <a:ext cx="626220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488" name="PlaceHolder 17"/>
          <p:cNvSpPr>
            <a:spLocks noGrp="1"/>
          </p:cNvSpPr>
          <p:nvPr>
            <p:ph type="body"/>
          </p:nvPr>
        </p:nvSpPr>
        <p:spPr>
          <a:xfrm>
            <a:off x="25307280" y="17727120"/>
            <a:ext cx="626220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489" name="PlaceHolder 18"/>
          <p:cNvSpPr>
            <a:spLocks noGrp="1"/>
          </p:cNvSpPr>
          <p:nvPr>
            <p:ph type="body"/>
          </p:nvPr>
        </p:nvSpPr>
        <p:spPr>
          <a:xfrm>
            <a:off x="15141960" y="9981720"/>
            <a:ext cx="626220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490" name="PlaceHolder 19"/>
          <p:cNvSpPr>
            <a:spLocks noGrp="1"/>
          </p:cNvSpPr>
          <p:nvPr>
            <p:ph type="body"/>
          </p:nvPr>
        </p:nvSpPr>
        <p:spPr>
          <a:xfrm>
            <a:off x="8391960" y="9981720"/>
            <a:ext cx="626220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491" name="PlaceHolder 20"/>
          <p:cNvSpPr>
            <a:spLocks noGrp="1"/>
          </p:cNvSpPr>
          <p:nvPr>
            <p:ph type="body"/>
          </p:nvPr>
        </p:nvSpPr>
        <p:spPr>
          <a:xfrm>
            <a:off x="15141960" y="10669320"/>
            <a:ext cx="626220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492" name="PlaceHolder 21"/>
          <p:cNvSpPr>
            <a:spLocks noGrp="1"/>
          </p:cNvSpPr>
          <p:nvPr>
            <p:ph type="body"/>
          </p:nvPr>
        </p:nvSpPr>
        <p:spPr>
          <a:xfrm>
            <a:off x="8391960" y="10669320"/>
            <a:ext cx="626220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493" name="PlaceHolder 22"/>
          <p:cNvSpPr>
            <a:spLocks noGrp="1"/>
          </p:cNvSpPr>
          <p:nvPr>
            <p:ph type="body"/>
          </p:nvPr>
        </p:nvSpPr>
        <p:spPr>
          <a:xfrm>
            <a:off x="21900600" y="9981720"/>
            <a:ext cx="626220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494" name="PlaceHolder 23"/>
          <p:cNvSpPr>
            <a:spLocks noGrp="1"/>
          </p:cNvSpPr>
          <p:nvPr>
            <p:ph type="body"/>
          </p:nvPr>
        </p:nvSpPr>
        <p:spPr>
          <a:xfrm>
            <a:off x="21900600" y="10669320"/>
            <a:ext cx="626220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495" name="PlaceHolder 24"/>
          <p:cNvSpPr>
            <a:spLocks noGrp="1"/>
          </p:cNvSpPr>
          <p:nvPr>
            <p:ph type="body"/>
          </p:nvPr>
        </p:nvSpPr>
        <p:spPr>
          <a:xfrm>
            <a:off x="28666440" y="9981720"/>
            <a:ext cx="626256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496" name="PlaceHolder 25"/>
          <p:cNvSpPr>
            <a:spLocks noGrp="1"/>
          </p:cNvSpPr>
          <p:nvPr>
            <p:ph type="body"/>
          </p:nvPr>
        </p:nvSpPr>
        <p:spPr>
          <a:xfrm>
            <a:off x="28666440" y="10669320"/>
            <a:ext cx="626256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497" name="PlaceHolder 26"/>
          <p:cNvSpPr>
            <a:spLocks noGrp="1"/>
          </p:cNvSpPr>
          <p:nvPr>
            <p:ph type="body"/>
          </p:nvPr>
        </p:nvSpPr>
        <p:spPr>
          <a:xfrm>
            <a:off x="1637640" y="9981720"/>
            <a:ext cx="6262200" cy="748800"/>
          </a:xfrm>
          <a:prstGeom prst="rect">
            <a:avLst/>
          </a:prstGeom>
          <a:noFill/>
          <a:ln w="0">
            <a:noFill/>
          </a:ln>
        </p:spPr>
        <p:txBody>
          <a:bodyPr lIns="91440" tIns="45720" rIns="91440" bIns="45720" anchor="b">
            <a:noAutofit/>
          </a:bodyPr>
          <a:lstStyle>
            <a:lvl1pPr algn="l">
              <a:lnSpc>
                <a:spcPct val="100000"/>
              </a:lnSpc>
              <a:spcBef>
                <a:spcPts val="1417"/>
              </a:spcBef>
              <a:buClr>
                <a:srgbClr val="000000"/>
              </a:buClr>
              <a:buSzPct val="45000"/>
              <a:buFont typeface="Wingdings" charset="2"/>
              <a:buChar char=""/>
              <a:defRPr lang="en-US" sz="4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0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000" b="0" u="none" strike="noStrike">
                <a:solidFill>
                  <a:srgbClr val="000000"/>
                </a:solidFill>
                <a:effectLst/>
                <a:uFillTx/>
                <a:latin typeface="Arial"/>
              </a:rPr>
              <a:t>Click to edit the outline text format</a:t>
            </a:r>
            <a:endParaRPr lang="en-US" sz="40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000" b="0" u="none" strike="noStrike">
                <a:solidFill>
                  <a:srgbClr val="000000"/>
                </a:solidFill>
                <a:effectLst/>
                <a:uFillTx/>
                <a:latin typeface="Arial"/>
              </a:rPr>
              <a:t>Second Outline Level</a:t>
            </a:r>
            <a:endParaRPr lang="en-US" sz="40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000" b="0" u="none" strike="noStrike">
                <a:solidFill>
                  <a:srgbClr val="000000"/>
                </a:solidFill>
                <a:effectLst/>
                <a:uFillTx/>
                <a:latin typeface="Arial"/>
              </a:rPr>
              <a:t>Third Outline Level</a:t>
            </a:r>
            <a:endParaRPr lang="en-US" sz="40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000" b="0" u="none" strike="noStrike">
                <a:solidFill>
                  <a:srgbClr val="000000"/>
                </a:solidFill>
                <a:effectLst/>
                <a:uFillTx/>
                <a:latin typeface="Arial"/>
              </a:rPr>
              <a:t>Fourth Outline Level</a:t>
            </a:r>
            <a:endParaRPr lang="en-US" sz="40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Fifth Outline Level</a:t>
            </a:r>
            <a:endParaRPr lang="en-US" sz="40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Sixth Outline Level</a:t>
            </a:r>
            <a:endParaRPr lang="en-US" sz="40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000" b="0" u="none" strike="noStrike">
                <a:solidFill>
                  <a:srgbClr val="000000"/>
                </a:solidFill>
                <a:effectLst/>
                <a:uFillTx/>
                <a:latin typeface="Arial"/>
              </a:rPr>
              <a:t>Seventh Outline Level</a:t>
            </a:r>
            <a:endParaRPr lang="en-US" sz="4000" b="0" u="none" strike="noStrike">
              <a:solidFill>
                <a:srgbClr val="000000"/>
              </a:solidFill>
              <a:effectLst/>
              <a:uFillTx/>
              <a:latin typeface="Arial"/>
            </a:endParaRPr>
          </a:p>
        </p:txBody>
      </p:sp>
      <p:sp>
        <p:nvSpPr>
          <p:cNvPr id="498" name="PlaceHolder 27"/>
          <p:cNvSpPr>
            <a:spLocks noGrp="1"/>
          </p:cNvSpPr>
          <p:nvPr>
            <p:ph type="body"/>
          </p:nvPr>
        </p:nvSpPr>
        <p:spPr>
          <a:xfrm>
            <a:off x="1637640" y="10669320"/>
            <a:ext cx="6262200" cy="74880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499" name="PlaceHolder 28"/>
          <p:cNvSpPr>
            <a:spLocks noGrp="1"/>
          </p:cNvSpPr>
          <p:nvPr>
            <p:ph type="title"/>
          </p:nvPr>
        </p:nvSpPr>
        <p:spPr>
          <a:xfrm>
            <a:off x="2514600" y="0"/>
            <a:ext cx="31545360" cy="251316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7200" b="0" u="none" strike="noStrike">
                <a:solidFill>
                  <a:srgbClr val="000000"/>
                </a:solidFill>
                <a:effectLst/>
                <a:uFillTx/>
                <a:latin typeface="Arial"/>
              </a:defRPr>
            </a:lvl1pPr>
          </a:lstStyle>
          <a:p>
            <a:pPr indent="0" algn="l">
              <a:lnSpc>
                <a:spcPct val="100000"/>
              </a:lnSpc>
              <a:buNone/>
              <a:tabLst>
                <a:tab pos="0" algn="l"/>
              </a:tabLst>
            </a:pPr>
            <a:r>
              <a:rPr lang="en-US" sz="7200" b="0" u="none" strike="noStrike">
                <a:solidFill>
                  <a:srgbClr val="000000"/>
                </a:solidFill>
                <a:effectLst/>
                <a:uFillTx/>
                <a:latin typeface="Arial"/>
              </a:rPr>
              <a:t>Click to edit the title text format</a:t>
            </a:r>
            <a:endParaRPr lang="en-US" sz="7200" b="0" u="none" strike="noStrike">
              <a:solidFill>
                <a:srgbClr val="000000"/>
              </a:solidFill>
              <a:effectLst/>
              <a:uFillTx/>
              <a:latin typeface="Arial"/>
            </a:endParaRPr>
          </a:p>
        </p:txBody>
      </p:sp>
      <p:sp>
        <p:nvSpPr>
          <p:cNvPr id="500" name="PlaceHolder 29"/>
          <p:cNvSpPr>
            <a:spLocks noGrp="1"/>
          </p:cNvSpPr>
          <p:nvPr>
            <p:ph type="body"/>
          </p:nvPr>
        </p:nvSpPr>
        <p:spPr>
          <a:xfrm>
            <a:off x="2514600" y="2487240"/>
            <a:ext cx="31545360" cy="140688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US" sz="4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4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4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4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4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4800" b="0" u="none" strike="noStrike">
                <a:solidFill>
                  <a:srgbClr val="000000"/>
                </a:solidFill>
                <a:effectLst/>
                <a:uFillTx/>
                <a:latin typeface="Arial"/>
              </a:rPr>
              <a:t>Click to edit the outline text format</a:t>
            </a:r>
            <a:endParaRPr lang="en-US" sz="48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4800" b="0" u="none" strike="noStrike">
                <a:solidFill>
                  <a:srgbClr val="000000"/>
                </a:solidFill>
                <a:effectLst/>
                <a:uFillTx/>
                <a:latin typeface="Arial"/>
              </a:rPr>
              <a:t>Second Outline Level</a:t>
            </a:r>
            <a:endParaRPr lang="en-US" sz="48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4800" b="0" u="none" strike="noStrike">
                <a:solidFill>
                  <a:srgbClr val="000000"/>
                </a:solidFill>
                <a:effectLst/>
                <a:uFillTx/>
                <a:latin typeface="Arial"/>
              </a:rPr>
              <a:t>Third Outline Level</a:t>
            </a:r>
            <a:endParaRPr lang="en-US" sz="48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4800" b="0" u="none" strike="noStrike">
                <a:solidFill>
                  <a:srgbClr val="000000"/>
                </a:solidFill>
                <a:effectLst/>
                <a:uFillTx/>
                <a:latin typeface="Arial"/>
              </a:rPr>
              <a:t>Fourth Outline Level</a:t>
            </a:r>
            <a:endParaRPr lang="en-US" sz="48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Fifth Outline Level</a:t>
            </a:r>
            <a:endParaRPr lang="en-US" sz="4800" b="0" u="none" strike="noStrike">
              <a:solidFill>
                <a:srgbClr val="000000"/>
              </a:solidFill>
              <a:effectLst/>
              <a:uFillTx/>
              <a:latin typeface="Arial"/>
            </a:endParaRPr>
          </a:p>
          <a:p>
            <a:pPr marL="2743200" lvl="5"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Sixth Outline Level</a:t>
            </a:r>
            <a:endParaRPr lang="en-US" sz="4800" b="0" u="none" strike="noStrike">
              <a:solidFill>
                <a:srgbClr val="000000"/>
              </a:solidFill>
              <a:effectLst/>
              <a:uFillTx/>
              <a:latin typeface="Arial"/>
            </a:endParaRPr>
          </a:p>
          <a:p>
            <a:pPr marL="3200400" lvl="6" indent="-571680" algn="l">
              <a:lnSpc>
                <a:spcPct val="100000"/>
              </a:lnSpc>
              <a:spcBef>
                <a:spcPts val="283"/>
              </a:spcBef>
              <a:buClr>
                <a:srgbClr val="000000"/>
              </a:buClr>
              <a:buSzPct val="45000"/>
              <a:buFont typeface="Wingdings" charset="2"/>
              <a:buChar char=""/>
            </a:pPr>
            <a:r>
              <a:rPr lang="en-US" sz="4800" b="0" u="none" strike="noStrike">
                <a:solidFill>
                  <a:srgbClr val="000000"/>
                </a:solidFill>
                <a:effectLst/>
                <a:uFillTx/>
                <a:latin typeface="Arial"/>
              </a:rPr>
              <a:t>Seventh Outline Level</a:t>
            </a:r>
            <a:endParaRPr lang="en-US" sz="480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 Id="rId42" Type="http://schemas.openxmlformats.org/officeDocument/2006/relationships/slideLayout" Target="../slideLayouts/slideLayout41.xml"/><Relationship Id="rId43" Type="http://schemas.openxmlformats.org/officeDocument/2006/relationships/slideLayout" Target="../slideLayouts/slideLayout4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Lst>
</p:sldMaster>
</file>

<file path=ppt/slides/_rels/slide1.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7.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hyperlink" Target="https://en.wikipedia.org/wiki/Andrej_Karpathy" TargetMode="External"/><Relationship Id="rId3" Type="http://schemas.openxmlformats.org/officeDocument/2006/relationships/slideLayout" Target="../slideLayouts/slideLayout18.xml"/><Relationship Id="rId4"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8.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8.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9.xml"/>
</Relationships>
</file>

<file path=ppt/slides/_rels/slide6.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8.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8.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hyperlink" Target="https://doi.org/10.48550/arXiv.1711.10561" TargetMode="External"/><Relationship Id="rId3" Type="http://schemas.openxmlformats.org/officeDocument/2006/relationships/hyperlink" Target="https://doi.org/10.48550/arXiv.2606.28220" TargetMode="External"/><Relationship Id="rId4" Type="http://schemas.openxmlformats.org/officeDocument/2006/relationships/hyperlink" Target="https://doi.org/10.48550/arXiv.2606.21378" TargetMode="External"/><Relationship Id="rId5" Type="http://schemas.openxmlformats.org/officeDocument/2006/relationships/hyperlink" Target="https://doi.org/10.48550/arXiv.2604.24479" TargetMode="External"/><Relationship Id="rId6" Type="http://schemas.openxmlformats.org/officeDocument/2006/relationships/hyperlink" Target="https://doi.org/10.48550/arXiv.2605.19717" TargetMode="External"/><Relationship Id="rId7" Type="http://schemas.openxmlformats.org/officeDocument/2006/relationships/slideLayout" Target="../slideLayouts/slideLayout1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 name="Title"/>
          <p:cNvSpPr/>
          <p:nvPr/>
        </p:nvSpPr>
        <p:spPr>
          <a:xfrm>
            <a:off x="1143000" y="5486400"/>
            <a:ext cx="22858920" cy="6026760"/>
          </a:xfrm>
          <a:prstGeom prst="rect">
            <a:avLst/>
          </a:prstGeom>
          <a:noFill/>
          <a:ln w="0">
            <a:noFill/>
          </a:ln>
        </p:spPr>
        <p:style>
          <a:lnRef idx="0"/>
          <a:fillRef idx="0"/>
          <a:effectRef idx="0"/>
          <a:fontRef idx="minor"/>
        </p:style>
        <p:txBody>
          <a:bodyPr lIns="304920" tIns="152280" rIns="304920" bIns="152280" anchor="t">
            <a:normAutofit/>
          </a:bodyPr>
          <a:p>
            <a:pPr>
              <a:lnSpc>
                <a:spcPct val="100000"/>
              </a:lnSpc>
              <a:tabLst>
                <a:tab pos="0" algn="l"/>
              </a:tabLst>
            </a:pPr>
            <a:r>
              <a:rPr lang="en-IN" sz="8800" b="1" u="none" strike="noStrike">
                <a:solidFill>
                  <a:srgbClr val="FFFFFF"/>
                </a:solidFill>
                <a:effectLst/>
                <a:highlight>
                  <a:srgbClr val="81D41A"/>
                </a:highlight>
                <a:uFillTx/>
                <a:latin typeface="Arial"/>
                <a:ea typeface="Arial"/>
              </a:rPr>
              <a:t>Physics::IQ</a:t>
            </a:r>
            <a:r>
              <a:rPr lang="en-IN" sz="8800" b="1" u="none" strike="noStrike">
                <a:solidFill>
                  <a:srgbClr val="FFFFFF"/>
                </a:solidFill>
                <a:effectLst/>
                <a:uFillTx/>
                <a:latin typeface="Arial"/>
                <a:ea typeface="Arial"/>
              </a:rPr>
              <a:t>hy</a:t>
            </a:r>
            <a:endParaRPr lang="en-US" sz="8800" b="0" u="none" strike="noStrike">
              <a:solidFill>
                <a:srgbClr val="000000"/>
              </a:solidFill>
              <a:effectLst/>
              <a:uFillTx/>
              <a:latin typeface="Arial"/>
            </a:endParaRPr>
          </a:p>
          <a:p>
            <a:pPr>
              <a:lnSpc>
                <a:spcPct val="100000"/>
              </a:lnSpc>
              <a:tabLst>
                <a:tab pos="0" algn="l"/>
              </a:tabLst>
            </a:pPr>
            <a:r>
              <a:rPr lang="en-IN" sz="8800" b="1" u="none" strike="noStrike">
                <a:solidFill>
                  <a:srgbClr val="FFFFFF"/>
                </a:solidFill>
                <a:effectLst/>
                <a:uFillTx/>
                <a:latin typeface="Arial"/>
                <a:ea typeface="Arial"/>
              </a:rPr>
              <a:t>sicsIQ</a:t>
            </a:r>
            <a:endParaRPr lang="en-US" sz="8800" b="0" u="none" strike="noStrike">
              <a:solidFill>
                <a:srgbClr val="000000"/>
              </a:solidFill>
              <a:effectLst/>
              <a:uFillTx/>
              <a:latin typeface="Arial"/>
            </a:endParaRPr>
          </a:p>
          <a:p>
            <a:pPr>
              <a:lnSpc>
                <a:spcPct val="100000"/>
              </a:lnSpc>
              <a:spcBef>
                <a:spcPts val="300"/>
              </a:spcBef>
              <a:tabLst>
                <a:tab pos="0" algn="l"/>
              </a:tabLst>
            </a:pPr>
            <a:r>
              <a:rPr lang="en-IN" sz="3600" b="0" i="1" u="none" strike="noStrike">
                <a:solidFill>
                  <a:srgbClr val="999999"/>
                </a:solidFill>
                <a:effectLst/>
                <a:uFillTx/>
                <a:latin typeface="GeistMono NF Black"/>
                <a:ea typeface="Arial"/>
              </a:rPr>
              <a:t>Physics Informed NN </a:t>
            </a:r>
            <a:r>
              <a:rPr lang="en-IN" sz="3600" b="0" i="1" u="none" strike="noStrike" baseline="33000">
                <a:solidFill>
                  <a:srgbClr val="999999"/>
                </a:solidFill>
                <a:effectLst/>
                <a:uFillTx/>
                <a:latin typeface="GeistMono NF Black"/>
                <a:ea typeface="Arial"/>
              </a:rPr>
              <a:t>[1]</a:t>
            </a:r>
            <a:r>
              <a:rPr lang="en-IN" sz="3600" b="0" i="1" u="none" strike="noStrike">
                <a:solidFill>
                  <a:srgbClr val="999999"/>
                </a:solidFill>
                <a:effectLst/>
                <a:uFillTx/>
                <a:latin typeface="GeistMono NF Black"/>
                <a:ea typeface="Arial"/>
              </a:rPr>
              <a:t> Engineering Agent for CAD</a:t>
            </a:r>
            <a:endParaRPr lang="en-US" sz="3600" b="0" u="none" strike="noStrike">
              <a:solidFill>
                <a:srgbClr val="000000"/>
              </a:solidFill>
              <a:effectLst/>
              <a:uFillTx/>
              <a:latin typeface="Arial"/>
            </a:endParaRPr>
          </a:p>
          <a:p>
            <a:pPr>
              <a:lnSpc>
                <a:spcPct val="100000"/>
              </a:lnSpc>
              <a:spcBef>
                <a:spcPts val="601"/>
              </a:spcBef>
              <a:tabLst>
                <a:tab pos="0" algn="l"/>
              </a:tabLst>
            </a:pPr>
            <a:endParaRPr lang="en-US" sz="5000" b="0" u="none" strike="noStrike">
              <a:solidFill>
                <a:srgbClr val="000000"/>
              </a:solidFill>
              <a:effectLst/>
              <a:uFillTx/>
              <a:latin typeface="Arial"/>
            </a:endParaRPr>
          </a:p>
          <a:p>
            <a:pPr>
              <a:lnSpc>
                <a:spcPct val="100000"/>
              </a:lnSpc>
              <a:tabLst>
                <a:tab pos="0" algn="l"/>
              </a:tabLst>
            </a:pPr>
            <a:r>
              <a:rPr lang="en-IN" sz="5000" b="1" u="none" strike="noStrike">
                <a:solidFill>
                  <a:srgbClr val="76B900"/>
                </a:solidFill>
                <a:effectLst/>
                <a:uFillTx/>
                <a:latin typeface="Arial"/>
                <a:ea typeface="Arial"/>
              </a:rPr>
              <a:t>Track B  Model Fine-Tuning </a:t>
            </a:r>
            <a:r>
              <a:rPr lang="en-IN" sz="5000" b="1" u="none" strike="noStrike">
                <a:solidFill>
                  <a:srgbClr val="76B900"/>
                </a:solidFill>
                <a:effectLst/>
                <a:uFillTx/>
                <a:latin typeface="Arial"/>
                <a:ea typeface="Arial"/>
              </a:rPr>
              <a:t>	</a:t>
            </a:r>
            <a:r>
              <a:rPr lang="en-IN" sz="5000" b="1" u="none" strike="noStrike">
                <a:solidFill>
                  <a:srgbClr val="76B900"/>
                </a:solidFill>
                <a:effectLst/>
                <a:uFillTx/>
                <a:latin typeface="Arial"/>
                <a:ea typeface="Arial"/>
              </a:rPr>
              <a:t>	</a:t>
            </a:r>
            <a:r>
              <a:rPr lang="en-IN" sz="5000" b="1" u="none" strike="noStrike">
                <a:solidFill>
                  <a:srgbClr val="76B900"/>
                </a:solidFill>
                <a:effectLst/>
                <a:uFillTx/>
                <a:latin typeface="Arial"/>
                <a:ea typeface="Arial"/>
              </a:rPr>
              <a:t>	</a:t>
            </a:r>
            <a:r>
              <a:rPr lang="en-IN" sz="5000" b="1" u="none" strike="noStrike">
                <a:solidFill>
                  <a:srgbClr val="76B900"/>
                </a:solidFill>
                <a:effectLst/>
                <a:uFillTx/>
                <a:latin typeface="Arial"/>
                <a:ea typeface="Arial"/>
              </a:rPr>
              <a:t>	</a:t>
            </a:r>
            <a:r>
              <a:rPr lang="en-IN" sz="5000" b="1" u="none" strike="noStrike">
                <a:solidFill>
                  <a:srgbClr val="76B900"/>
                </a:solidFill>
                <a:effectLst/>
                <a:uFillTx/>
                <a:latin typeface="Arial"/>
                <a:ea typeface="Arial"/>
              </a:rPr>
              <a:t>	</a:t>
            </a:r>
            <a:r>
              <a:rPr lang="en-IN" sz="5000" b="1" u="none" strike="noStrike">
                <a:solidFill>
                  <a:srgbClr val="76B900"/>
                </a:solidFill>
                <a:effectLst/>
                <a:uFillTx/>
                <a:latin typeface="Arial"/>
                <a:ea typeface="Arial"/>
              </a:rPr>
              <a:t>	</a:t>
            </a:r>
            <a:r>
              <a:rPr lang="en-IN" sz="5000" b="1" u="none" strike="noStrike">
                <a:solidFill>
                  <a:srgbClr val="76B900"/>
                </a:solidFill>
                <a:effectLst/>
                <a:uFillTx/>
                <a:latin typeface="Arial"/>
                <a:ea typeface="Arial"/>
              </a:rPr>
              <a:t>	</a:t>
            </a:r>
            <a:r>
              <a:rPr lang="en-IN" sz="5000" b="1" u="none" strike="noStrike">
                <a:solidFill>
                  <a:srgbClr val="76B900"/>
                </a:solidFill>
                <a:effectLst/>
                <a:uFillTx/>
                <a:latin typeface="Arial"/>
                <a:ea typeface="Arial"/>
              </a:rPr>
              <a:t>	</a:t>
            </a:r>
            <a:r>
              <a:rPr lang="en-IN" sz="5000" b="1" u="none" strike="noStrike">
                <a:solidFill>
                  <a:srgbClr val="76B900"/>
                </a:solidFill>
                <a:effectLst/>
                <a:uFillTx/>
                <a:latin typeface="Arial"/>
                <a:ea typeface="Arial"/>
              </a:rPr>
              <a:t>TEAM: Tablot</a:t>
            </a:r>
            <a:endParaRPr lang="en-US" sz="5000" b="0" u="none" strike="noStrike">
              <a:solidFill>
                <a:srgbClr val="000000"/>
              </a:solidFill>
              <a:effectLst/>
              <a:uFillTx/>
              <a:latin typeface="Arial"/>
            </a:endParaRPr>
          </a:p>
          <a:p>
            <a:pPr>
              <a:lnSpc>
                <a:spcPct val="100000"/>
              </a:lnSpc>
              <a:spcBef>
                <a:spcPts val="300"/>
              </a:spcBef>
              <a:tabLst>
                <a:tab pos="0" algn="l"/>
              </a:tabLst>
            </a:pPr>
            <a:r>
              <a:rPr lang="en-IN" sz="2200" b="0" u="none" strike="noStrike">
                <a:solidFill>
                  <a:srgbClr val="CCCCCC"/>
                </a:solidFill>
                <a:effectLst/>
                <a:uFillTx/>
                <a:latin typeface="Arial"/>
                <a:ea typeface="Arial"/>
              </a:rPr>
              <a:t>India Agentic AI Open Hackathon  ·  NVIDIA × OpenHackathons  ·  2026</a:t>
            </a:r>
            <a:endParaRPr lang="en-US" sz="2200" b="0" u="none" strike="noStrike">
              <a:solidFill>
                <a:srgbClr val="000000"/>
              </a:solidFill>
              <a:effectLst/>
              <a:uFillTx/>
              <a:latin typeface="Arial"/>
            </a:endParaRPr>
          </a:p>
        </p:txBody>
      </p:sp>
      <p:pic>
        <p:nvPicPr>
          <p:cNvPr id="508" name="Google Shape;432;p44"/>
          <p:cNvPicPr/>
          <p:nvPr/>
        </p:nvPicPr>
        <p:blipFill>
          <a:blip r:embed="rId1"/>
          <a:stretch/>
        </p:blipFill>
        <p:spPr>
          <a:xfrm>
            <a:off x="1031400" y="18639000"/>
            <a:ext cx="5215680" cy="1494720"/>
          </a:xfrm>
          <a:prstGeom prst="rect">
            <a:avLst/>
          </a:prstGeom>
          <a:noFill/>
          <a:ln w="0">
            <a:noFill/>
          </a:ln>
        </p:spPr>
      </p:pic>
      <p:sp>
        <p:nvSpPr>
          <p:cNvPr id="509" name="stat_v_0"/>
          <p:cNvSpPr/>
          <p:nvPr/>
        </p:nvSpPr>
        <p:spPr>
          <a:xfrm>
            <a:off x="1477440" y="12573000"/>
            <a:ext cx="6598440" cy="2798640"/>
          </a:xfrm>
          <a:prstGeom prst="rect">
            <a:avLst/>
          </a:prstGeom>
          <a:solidFill>
            <a:srgbClr val="111111"/>
          </a:solidFill>
          <a:ln w="0">
            <a:noFill/>
          </a:ln>
        </p:spPr>
        <p:style>
          <a:lnRef idx="0"/>
          <a:fillRef idx="0"/>
          <a:effectRef idx="0"/>
          <a:fontRef idx="minor"/>
        </p:style>
        <p:txBody>
          <a:bodyPr lIns="304920" tIns="152280" rIns="304920" bIns="152280" anchor="t">
            <a:normAutofit/>
          </a:bodyPr>
          <a:p>
            <a:pPr>
              <a:lnSpc>
                <a:spcPct val="100000"/>
              </a:lnSpc>
              <a:spcBef>
                <a:spcPts val="400"/>
              </a:spcBef>
              <a:tabLst>
                <a:tab pos="0" algn="l"/>
              </a:tabLst>
            </a:pPr>
            <a:r>
              <a:rPr lang="en-IN" sz="6400" b="1" u="none" strike="noStrike">
                <a:solidFill>
                  <a:srgbClr val="76B900"/>
                </a:solidFill>
                <a:effectLst/>
                <a:uFillTx/>
                <a:latin typeface="Arial"/>
                <a:ea typeface="Arial"/>
              </a:rPr>
              <a:t>7</a:t>
            </a:r>
            <a:endParaRPr lang="en-US" sz="6400" b="0" u="none" strike="noStrike">
              <a:solidFill>
                <a:srgbClr val="FFFFFF"/>
              </a:solidFill>
              <a:effectLst/>
              <a:uFillTx/>
              <a:latin typeface="Arial"/>
            </a:endParaRPr>
          </a:p>
        </p:txBody>
      </p:sp>
      <p:sp>
        <p:nvSpPr>
          <p:cNvPr id="510" name="stat_l_0"/>
          <p:cNvSpPr/>
          <p:nvPr/>
        </p:nvSpPr>
        <p:spPr>
          <a:xfrm>
            <a:off x="1477440" y="15372720"/>
            <a:ext cx="6598440" cy="2498400"/>
          </a:xfrm>
          <a:prstGeom prst="rect">
            <a:avLst/>
          </a:prstGeom>
          <a:solidFill>
            <a:srgbClr val="222222"/>
          </a:solidFill>
          <a:ln w="0">
            <a:noFill/>
          </a:ln>
        </p:spPr>
        <p:style>
          <a:lnRef idx="0"/>
          <a:fillRef idx="0"/>
          <a:effectRef idx="0"/>
          <a:fontRef idx="minor"/>
        </p:style>
        <p:txBody>
          <a:bodyPr lIns="304920" tIns="152280" rIns="304920" bIns="152280" anchor="t">
            <a:normAutofit/>
          </a:bodyPr>
          <a:p>
            <a:pPr>
              <a:lnSpc>
                <a:spcPct val="100000"/>
              </a:lnSpc>
            </a:pPr>
            <a:r>
              <a:rPr lang="en-IN" sz="2600" b="0" u="none" strike="noStrike">
                <a:solidFill>
                  <a:srgbClr val="CCCCCC"/>
                </a:solidFill>
                <a:effectLst/>
                <a:uFillTx/>
                <a:latin typeface="Arial"/>
                <a:ea typeface="Arial"/>
              </a:rPr>
              <a:t>PINN solvers</a:t>
            </a:r>
            <a:endParaRPr lang="en-US" sz="2600" b="0" u="none" strike="noStrike">
              <a:solidFill>
                <a:srgbClr val="FFFFFF"/>
              </a:solidFill>
              <a:effectLst/>
              <a:uFillTx/>
              <a:latin typeface="Arial"/>
            </a:endParaRPr>
          </a:p>
          <a:p>
            <a:pPr>
              <a:lnSpc>
                <a:spcPct val="100000"/>
              </a:lnSpc>
              <a:spcBef>
                <a:spcPts val="201"/>
              </a:spcBef>
              <a:tabLst>
                <a:tab pos="0" algn="l"/>
              </a:tabLst>
            </a:pPr>
            <a:r>
              <a:rPr lang="en-IN" sz="2600" b="0" u="none" strike="noStrike">
                <a:solidFill>
                  <a:srgbClr val="CCCCCC"/>
                </a:solidFill>
                <a:effectLst/>
                <a:uFillTx/>
                <a:latin typeface="Arial"/>
                <a:ea typeface="Arial"/>
              </a:rPr>
              <a:t>across 3 domains</a:t>
            </a:r>
            <a:endParaRPr lang="en-US" sz="2600" b="0" u="none" strike="noStrike">
              <a:solidFill>
                <a:srgbClr val="FFFFFF"/>
              </a:solidFill>
              <a:effectLst/>
              <a:uFillTx/>
              <a:latin typeface="Arial"/>
            </a:endParaRPr>
          </a:p>
        </p:txBody>
      </p:sp>
      <p:sp>
        <p:nvSpPr>
          <p:cNvPr id="511" name="stat_v_1"/>
          <p:cNvSpPr/>
          <p:nvPr/>
        </p:nvSpPr>
        <p:spPr>
          <a:xfrm>
            <a:off x="8686800" y="12573000"/>
            <a:ext cx="6598440" cy="2798640"/>
          </a:xfrm>
          <a:prstGeom prst="rect">
            <a:avLst/>
          </a:prstGeom>
          <a:solidFill>
            <a:srgbClr val="111111"/>
          </a:solidFill>
          <a:ln w="0">
            <a:noFill/>
          </a:ln>
        </p:spPr>
        <p:style>
          <a:lnRef idx="0"/>
          <a:fillRef idx="0"/>
          <a:effectRef idx="0"/>
          <a:fontRef idx="minor"/>
        </p:style>
        <p:txBody>
          <a:bodyPr lIns="304920" tIns="152280" rIns="304920" bIns="152280" anchor="t">
            <a:normAutofit/>
          </a:bodyPr>
          <a:p>
            <a:pPr>
              <a:lnSpc>
                <a:spcPct val="100000"/>
              </a:lnSpc>
              <a:spcBef>
                <a:spcPts val="400"/>
              </a:spcBef>
              <a:tabLst>
                <a:tab pos="0" algn="l"/>
              </a:tabLst>
            </a:pPr>
            <a:r>
              <a:rPr lang="en-IN" sz="6400" b="1" u="none" strike="noStrike">
                <a:solidFill>
                  <a:srgbClr val="76B900"/>
                </a:solidFill>
                <a:effectLst/>
                <a:uFillTx/>
                <a:latin typeface="Arial"/>
                <a:ea typeface="Arial"/>
              </a:rPr>
              <a:t>2</a:t>
            </a:r>
            <a:endParaRPr lang="en-US" sz="6400" b="0" u="none" strike="noStrike">
              <a:solidFill>
                <a:srgbClr val="FFFFFF"/>
              </a:solidFill>
              <a:effectLst/>
              <a:uFillTx/>
              <a:latin typeface="Arial"/>
            </a:endParaRPr>
          </a:p>
        </p:txBody>
      </p:sp>
      <p:sp>
        <p:nvSpPr>
          <p:cNvPr id="512" name="stat_l_1"/>
          <p:cNvSpPr/>
          <p:nvPr/>
        </p:nvSpPr>
        <p:spPr>
          <a:xfrm>
            <a:off x="8686800" y="15372720"/>
            <a:ext cx="6598440" cy="2498400"/>
          </a:xfrm>
          <a:prstGeom prst="rect">
            <a:avLst/>
          </a:prstGeom>
          <a:solidFill>
            <a:srgbClr val="222222"/>
          </a:solidFill>
          <a:ln w="0">
            <a:noFill/>
          </a:ln>
        </p:spPr>
        <p:style>
          <a:lnRef idx="0"/>
          <a:fillRef idx="0"/>
          <a:effectRef idx="0"/>
          <a:fontRef idx="minor"/>
        </p:style>
        <p:txBody>
          <a:bodyPr lIns="304920" tIns="152280" rIns="304920" bIns="152280" anchor="t">
            <a:normAutofit/>
          </a:bodyPr>
          <a:p>
            <a:pPr>
              <a:lnSpc>
                <a:spcPct val="100000"/>
              </a:lnSpc>
            </a:pPr>
            <a:r>
              <a:rPr lang="en-IN" sz="2400" b="0" u="none" strike="noStrike">
                <a:solidFill>
                  <a:srgbClr val="CCCCCC"/>
                </a:solidFill>
                <a:effectLst/>
                <a:uFillTx/>
                <a:latin typeface="Arial"/>
                <a:ea typeface="Arial"/>
              </a:rPr>
              <a:t>Custom JAX</a:t>
            </a:r>
            <a:endParaRPr lang="en-US" sz="2400" b="0" u="none" strike="noStrike">
              <a:solidFill>
                <a:srgbClr val="FFFFFF"/>
              </a:solidFill>
              <a:effectLst/>
              <a:uFillTx/>
              <a:latin typeface="Arial"/>
            </a:endParaRPr>
          </a:p>
          <a:p>
            <a:pPr>
              <a:lnSpc>
                <a:spcPct val="100000"/>
              </a:lnSpc>
              <a:spcBef>
                <a:spcPts val="201"/>
              </a:spcBef>
              <a:tabLst>
                <a:tab pos="0" algn="l"/>
              </a:tabLst>
            </a:pPr>
            <a:r>
              <a:rPr lang="en-IN" sz="2400" b="0" u="none" strike="noStrike">
                <a:solidFill>
                  <a:srgbClr val="CCCCCC"/>
                </a:solidFill>
                <a:effectLst/>
                <a:uFillTx/>
                <a:latin typeface="Arial"/>
                <a:ea typeface="Arial"/>
              </a:rPr>
              <a:t>CUDA kernels</a:t>
            </a:r>
            <a:endParaRPr lang="en-US" sz="2400" b="0" u="none" strike="noStrike">
              <a:solidFill>
                <a:srgbClr val="FFFFFF"/>
              </a:solidFill>
              <a:effectLst/>
              <a:uFillTx/>
              <a:latin typeface="Arial"/>
            </a:endParaRPr>
          </a:p>
        </p:txBody>
      </p:sp>
      <p:sp>
        <p:nvSpPr>
          <p:cNvPr id="513" name="stat_v_2"/>
          <p:cNvSpPr/>
          <p:nvPr/>
        </p:nvSpPr>
        <p:spPr>
          <a:xfrm>
            <a:off x="15986520" y="12573000"/>
            <a:ext cx="6598440" cy="2798640"/>
          </a:xfrm>
          <a:prstGeom prst="rect">
            <a:avLst/>
          </a:prstGeom>
          <a:solidFill>
            <a:srgbClr val="111111"/>
          </a:solidFill>
          <a:ln w="0">
            <a:noFill/>
          </a:ln>
        </p:spPr>
        <p:style>
          <a:lnRef idx="0"/>
          <a:fillRef idx="0"/>
          <a:effectRef idx="0"/>
          <a:fontRef idx="minor"/>
        </p:style>
        <p:txBody>
          <a:bodyPr lIns="304920" tIns="152280" rIns="304920" bIns="152280" anchor="t">
            <a:normAutofit/>
          </a:bodyPr>
          <a:p>
            <a:pPr>
              <a:lnSpc>
                <a:spcPct val="100000"/>
              </a:lnSpc>
              <a:spcBef>
                <a:spcPts val="400"/>
              </a:spcBef>
              <a:tabLst>
                <a:tab pos="0" algn="l"/>
              </a:tabLst>
            </a:pPr>
            <a:r>
              <a:rPr lang="en-IN" sz="6400" b="1" u="none" strike="noStrike">
                <a:solidFill>
                  <a:srgbClr val="76B900"/>
                </a:solidFill>
                <a:effectLst/>
                <a:uFillTx/>
                <a:latin typeface="Arial"/>
                <a:ea typeface="Arial"/>
              </a:rPr>
              <a:t>5</a:t>
            </a:r>
            <a:endParaRPr lang="en-US" sz="6400" b="0" u="none" strike="noStrike">
              <a:solidFill>
                <a:srgbClr val="FFFFFF"/>
              </a:solidFill>
              <a:effectLst/>
              <a:uFillTx/>
              <a:latin typeface="Arial"/>
            </a:endParaRPr>
          </a:p>
        </p:txBody>
      </p:sp>
      <p:sp>
        <p:nvSpPr>
          <p:cNvPr id="514" name="stat_l_2"/>
          <p:cNvSpPr/>
          <p:nvPr/>
        </p:nvSpPr>
        <p:spPr>
          <a:xfrm>
            <a:off x="16002000" y="15331320"/>
            <a:ext cx="6598440" cy="2498400"/>
          </a:xfrm>
          <a:prstGeom prst="rect">
            <a:avLst/>
          </a:prstGeom>
          <a:solidFill>
            <a:srgbClr val="222222"/>
          </a:solidFill>
          <a:ln w="0">
            <a:noFill/>
          </a:ln>
        </p:spPr>
        <p:style>
          <a:lnRef idx="0"/>
          <a:fillRef idx="0"/>
          <a:effectRef idx="0"/>
          <a:fontRef idx="minor"/>
        </p:style>
        <p:txBody>
          <a:bodyPr lIns="304920" tIns="152280" rIns="304920" bIns="152280" anchor="t">
            <a:normAutofit/>
          </a:bodyPr>
          <a:p>
            <a:pPr>
              <a:lnSpc>
                <a:spcPct val="100000"/>
              </a:lnSpc>
            </a:pPr>
            <a:r>
              <a:rPr lang="en-IN" sz="2400" b="0" u="none" strike="noStrike">
                <a:solidFill>
                  <a:srgbClr val="CCCCCC"/>
                </a:solidFill>
                <a:effectLst/>
                <a:uFillTx/>
                <a:latin typeface="Arial"/>
                <a:ea typeface="Arial"/>
              </a:rPr>
              <a:t>PhysicsNeMo</a:t>
            </a:r>
            <a:endParaRPr lang="en-US" sz="2400" b="0" u="none" strike="noStrike">
              <a:solidFill>
                <a:srgbClr val="FFFFFF"/>
              </a:solidFill>
              <a:effectLst/>
              <a:uFillTx/>
              <a:latin typeface="Arial"/>
            </a:endParaRPr>
          </a:p>
          <a:p>
            <a:pPr>
              <a:lnSpc>
                <a:spcPct val="100000"/>
              </a:lnSpc>
              <a:spcBef>
                <a:spcPts val="201"/>
              </a:spcBef>
              <a:tabLst>
                <a:tab pos="0" algn="l"/>
              </a:tabLst>
            </a:pPr>
            <a:r>
              <a:rPr lang="en-IN" sz="2400" b="0" u="none" strike="noStrike">
                <a:solidFill>
                  <a:srgbClr val="CCCCCC"/>
                </a:solidFill>
                <a:effectLst/>
                <a:uFillTx/>
                <a:latin typeface="Arial"/>
                <a:ea typeface="Arial"/>
              </a:rPr>
              <a:t>pipelines</a:t>
            </a:r>
            <a:endParaRPr lang="en-US" sz="2400" b="0" u="none" strike="noStrike">
              <a:solidFill>
                <a:srgbClr val="FFFFFF"/>
              </a:solidFill>
              <a:effectLst/>
              <a:uFillTx/>
              <a:latin typeface="Arial"/>
            </a:endParaRPr>
          </a:p>
        </p:txBody>
      </p:sp>
      <p:sp>
        <p:nvSpPr>
          <p:cNvPr id="515" name="bottom"/>
          <p:cNvSpPr/>
          <p:nvPr/>
        </p:nvSpPr>
        <p:spPr>
          <a:xfrm>
            <a:off x="24003000" y="18545760"/>
            <a:ext cx="12450240" cy="1798560"/>
          </a:xfrm>
          <a:prstGeom prst="rect">
            <a:avLst/>
          </a:prstGeom>
          <a:solidFill>
            <a:srgbClr val="0A0A0A"/>
          </a:solidFill>
          <a:ln w="0">
            <a:noFill/>
          </a:ln>
        </p:spPr>
        <p:style>
          <a:lnRef idx="0"/>
          <a:fillRef idx="0"/>
          <a:effectRef idx="0"/>
          <a:fontRef idx="minor"/>
        </p:style>
        <p:txBody>
          <a:bodyPr lIns="304920" tIns="152280" rIns="304920" bIns="152280" anchor="t">
            <a:normAutofit/>
          </a:bodyPr>
          <a:p>
            <a:pPr>
              <a:lnSpc>
                <a:spcPct val="100000"/>
              </a:lnSpc>
              <a:spcBef>
                <a:spcPts val="1191"/>
              </a:spcBef>
              <a:spcAft>
                <a:spcPts val="992"/>
              </a:spcAft>
              <a:tabLst>
                <a:tab pos="0" algn="l"/>
              </a:tabLst>
            </a:pPr>
            <a:r>
              <a:rPr lang="en-IN" sz="2800" b="1" u="none" strike="noStrike">
                <a:solidFill>
                  <a:srgbClr val="76B900"/>
                </a:solidFill>
                <a:effectLst/>
                <a:uFillTx/>
                <a:latin typeface="Arial"/>
                <a:ea typeface="Arial"/>
              </a:rPr>
              <a:t>the next wave of AI "physical AI," - NVIDIA CEO, JENSEN HUANG</a:t>
            </a:r>
            <a:endParaRPr lang="en-US" sz="2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16" name="Google Shape;442;p45"/>
          <p:cNvPicPr/>
          <p:nvPr/>
        </p:nvPicPr>
        <p:blipFill>
          <a:blip r:embed="rId1"/>
          <a:stretch/>
        </p:blipFill>
        <p:spPr>
          <a:xfrm>
            <a:off x="1031400" y="18639000"/>
            <a:ext cx="5215680" cy="1494720"/>
          </a:xfrm>
          <a:prstGeom prst="rect">
            <a:avLst/>
          </a:prstGeom>
          <a:noFill/>
          <a:ln w="0">
            <a:noFill/>
          </a:ln>
        </p:spPr>
      </p:pic>
      <p:sp>
        <p:nvSpPr>
          <p:cNvPr id="517" name="title"/>
          <p:cNvSpPr/>
          <p:nvPr/>
        </p:nvSpPr>
        <p:spPr>
          <a:xfrm>
            <a:off x="1398960" y="2166120"/>
            <a:ext cx="33252840" cy="1798560"/>
          </a:xfrm>
          <a:prstGeom prst="rect">
            <a:avLst/>
          </a:prstGeom>
          <a:noFill/>
          <a:ln w="0">
            <a:noFill/>
          </a:ln>
        </p:spPr>
        <p:style>
          <a:lnRef idx="0"/>
          <a:fillRef idx="0"/>
          <a:effectRef idx="0"/>
          <a:fontRef idx="minor"/>
        </p:style>
        <p:txBody>
          <a:bodyPr lIns="304920" tIns="152280" rIns="304920" bIns="152280" anchor="t">
            <a:normAutofit/>
          </a:bodyPr>
          <a:p>
            <a:pPr>
              <a:lnSpc>
                <a:spcPct val="100000"/>
              </a:lnSpc>
              <a:tabLst>
                <a:tab pos="0" algn="l"/>
              </a:tabLst>
            </a:pPr>
            <a:r>
              <a:rPr lang="en-IN" sz="5500" b="1" u="none" strike="noStrike">
                <a:solidFill>
                  <a:srgbClr val="FFFFFF"/>
                </a:solidFill>
                <a:effectLst/>
                <a:uFillTx/>
                <a:latin typeface="Arial"/>
                <a:ea typeface="Arial"/>
              </a:rPr>
              <a:t>The Problem</a:t>
            </a:r>
            <a:endParaRPr lang="en-US" sz="5500" b="0" u="none" strike="noStrike">
              <a:solidFill>
                <a:srgbClr val="000000"/>
              </a:solidFill>
              <a:effectLst/>
              <a:uFillTx/>
              <a:latin typeface="Arial"/>
            </a:endParaRPr>
          </a:p>
        </p:txBody>
      </p:sp>
      <p:sp>
        <p:nvSpPr>
          <p:cNvPr id="518" name="head"/>
          <p:cNvSpPr/>
          <p:nvPr/>
        </p:nvSpPr>
        <p:spPr>
          <a:xfrm>
            <a:off x="1398960" y="4100040"/>
            <a:ext cx="33252840" cy="1698480"/>
          </a:xfrm>
          <a:prstGeom prst="rect">
            <a:avLst/>
          </a:prstGeom>
          <a:noFill/>
          <a:ln w="0">
            <a:noFill/>
          </a:ln>
        </p:spPr>
        <p:style>
          <a:lnRef idx="0"/>
          <a:fillRef idx="0"/>
          <a:effectRef idx="0"/>
          <a:fontRef idx="minor"/>
        </p:style>
        <p:txBody>
          <a:bodyPr lIns="304920" tIns="152280" rIns="304920" bIns="152280" anchor="t">
            <a:normAutofit/>
          </a:bodyPr>
          <a:p>
            <a:pPr>
              <a:lnSpc>
                <a:spcPct val="100000"/>
              </a:lnSpc>
              <a:tabLst>
                <a:tab pos="0" algn="l"/>
              </a:tabLst>
            </a:pPr>
            <a:r>
              <a:rPr lang="en-IN" sz="3400" b="1" u="none" strike="noStrike">
                <a:solidFill>
                  <a:srgbClr val="FFFFFF"/>
                </a:solidFill>
                <a:effectLst/>
                <a:uFillTx/>
                <a:latin typeface="Arial"/>
                <a:ea typeface="Arial"/>
              </a:rPr>
              <a:t>Engineering simulation costs $50k/yr — and requires a PhD to set up</a:t>
            </a:r>
            <a:endParaRPr lang="en-US" sz="3400" b="0" u="none" strike="noStrike">
              <a:solidFill>
                <a:srgbClr val="000000"/>
              </a:solidFill>
              <a:effectLst/>
              <a:uFillTx/>
              <a:latin typeface="Arial"/>
            </a:endParaRPr>
          </a:p>
        </p:txBody>
      </p:sp>
      <p:sp>
        <p:nvSpPr>
          <p:cNvPr id="519" name="pain_0"/>
          <p:cNvSpPr/>
          <p:nvPr/>
        </p:nvSpPr>
        <p:spPr>
          <a:xfrm>
            <a:off x="685800" y="1687320"/>
            <a:ext cx="10798560" cy="6998400"/>
          </a:xfrm>
          <a:prstGeom prst="rect">
            <a:avLst/>
          </a:prstGeom>
          <a:solidFill>
            <a:srgbClr val="1A1A1A"/>
          </a:solidFill>
          <a:ln w="0">
            <a:noFill/>
          </a:ln>
        </p:spPr>
        <p:style>
          <a:lnRef idx="0"/>
          <a:fillRef idx="0"/>
          <a:effectRef idx="0"/>
          <a:fontRef idx="minor"/>
        </p:style>
        <p:txBody>
          <a:bodyPr lIns="304920" tIns="152280" rIns="304920" bIns="152280" anchor="t">
            <a:normAutofit/>
          </a:bodyPr>
          <a:p>
            <a:pPr>
              <a:lnSpc>
                <a:spcPct val="100000"/>
              </a:lnSpc>
              <a:spcBef>
                <a:spcPts val="400"/>
              </a:spcBef>
              <a:tabLst>
                <a:tab pos="0" algn="l"/>
              </a:tabLst>
            </a:pPr>
            <a:r>
              <a:rPr lang="en-IN" sz="3000" b="1" u="none" strike="noStrike">
                <a:solidFill>
                  <a:srgbClr val="76B900"/>
                </a:solidFill>
                <a:effectLst/>
                <a:uFillTx/>
                <a:latin typeface="Arial"/>
                <a:ea typeface="Arial"/>
              </a:rPr>
              <a:t>$50,000 / year</a:t>
            </a:r>
            <a:endParaRPr lang="en-US" sz="3000" b="0" u="none" strike="noStrike">
              <a:solidFill>
                <a:srgbClr val="FFFFFF"/>
              </a:solidFill>
              <a:effectLst/>
              <a:uFillTx/>
              <a:latin typeface="Arial"/>
            </a:endParaRPr>
          </a:p>
          <a:p>
            <a:pPr>
              <a:lnSpc>
                <a:spcPct val="100000"/>
              </a:lnSpc>
              <a:spcBef>
                <a:spcPts val="99"/>
              </a:spcBef>
              <a:tabLst>
                <a:tab pos="0" algn="l"/>
              </a:tabLst>
            </a:pPr>
            <a:endParaRPr lang="en-US" sz="2600" b="0" u="none" strike="noStrike">
              <a:solidFill>
                <a:srgbClr val="FFFFFF"/>
              </a:solidFill>
              <a:effectLst/>
              <a:uFillTx/>
              <a:latin typeface="Arial"/>
            </a:endParaRPr>
          </a:p>
          <a:p>
            <a:pPr>
              <a:lnSpc>
                <a:spcPct val="100000"/>
              </a:lnSpc>
              <a:tabLst>
                <a:tab pos="0" algn="l"/>
              </a:tabLst>
            </a:pPr>
            <a:r>
              <a:rPr lang="en-IN" sz="3200" b="0" u="none" strike="noStrike">
                <a:solidFill>
                  <a:srgbClr val="CCCCCC"/>
                </a:solidFill>
                <a:effectLst/>
                <a:uFillTx/>
                <a:latin typeface="Arial"/>
                <a:ea typeface="Arial"/>
              </a:rPr>
              <a:t>ANSYS or COMSOL license. Completely out of reach for startups, research labs, drone teams and independent engineers.</a:t>
            </a:r>
            <a:endParaRPr lang="en-US" sz="3200" b="0" u="none" strike="noStrike">
              <a:solidFill>
                <a:srgbClr val="FFFFFF"/>
              </a:solidFill>
              <a:effectLst/>
              <a:uFillTx/>
              <a:latin typeface="Arial"/>
            </a:endParaRPr>
          </a:p>
          <a:p>
            <a:pPr>
              <a:lnSpc>
                <a:spcPct val="100000"/>
              </a:lnSpc>
              <a:tabLst>
                <a:tab pos="0" algn="l"/>
              </a:tabLst>
            </a:pPr>
            <a:endParaRPr lang="en-US" sz="3200" b="0" u="none" strike="noStrike">
              <a:solidFill>
                <a:srgbClr val="FFFFFF"/>
              </a:solidFill>
              <a:effectLst/>
              <a:uFillTx/>
              <a:latin typeface="Arial"/>
            </a:endParaRPr>
          </a:p>
          <a:p>
            <a:pPr>
              <a:lnSpc>
                <a:spcPct val="100000"/>
              </a:lnSpc>
              <a:tabLst>
                <a:tab pos="0" algn="l"/>
              </a:tabLst>
            </a:pPr>
            <a:r>
              <a:rPr lang="en-IN" sz="3200" b="0" u="none" strike="noStrike">
                <a:solidFill>
                  <a:srgbClr val="CCCCCC"/>
                </a:solidFill>
                <a:effectLst/>
                <a:uFillTx/>
                <a:latin typeface="Arial"/>
                <a:ea typeface="Arial"/>
              </a:rPr>
              <a:t>vs</a:t>
            </a:r>
            <a:endParaRPr lang="en-US" sz="3200" b="0" u="none" strike="noStrike">
              <a:solidFill>
                <a:srgbClr val="FFFFFF"/>
              </a:solidFill>
              <a:effectLst/>
              <a:uFillTx/>
              <a:latin typeface="Arial"/>
            </a:endParaRPr>
          </a:p>
          <a:p>
            <a:pPr>
              <a:lnSpc>
                <a:spcPct val="100000"/>
              </a:lnSpc>
              <a:tabLst>
                <a:tab pos="0" algn="l"/>
              </a:tabLst>
            </a:pPr>
            <a:endParaRPr lang="en-US" sz="3200" b="0" u="none" strike="noStrike">
              <a:solidFill>
                <a:srgbClr val="FFFFFF"/>
              </a:solidFill>
              <a:effectLst/>
              <a:uFillTx/>
              <a:latin typeface="Arial"/>
            </a:endParaRPr>
          </a:p>
          <a:p>
            <a:pPr>
              <a:lnSpc>
                <a:spcPct val="100000"/>
              </a:lnSpc>
              <a:tabLst>
                <a:tab pos="0" algn="l"/>
              </a:tabLst>
            </a:pPr>
            <a:r>
              <a:rPr lang="en-IN" sz="3200" b="0" u="none" strike="noStrike">
                <a:solidFill>
                  <a:srgbClr val="CCCCCC"/>
                </a:solidFill>
                <a:effectLst/>
                <a:uFillTx/>
                <a:latin typeface="Arial"/>
                <a:ea typeface="Arial"/>
              </a:rPr>
              <a:t>Most of these are battle tested but are not needed for small MVP or startups that need to work on smaller scale</a:t>
            </a:r>
            <a:endParaRPr lang="en-US" sz="3200" b="0" u="none" strike="noStrike">
              <a:solidFill>
                <a:srgbClr val="FFFFFF"/>
              </a:solidFill>
              <a:effectLst/>
              <a:uFillTx/>
              <a:latin typeface="Arial"/>
            </a:endParaRPr>
          </a:p>
        </p:txBody>
      </p:sp>
      <p:sp>
        <p:nvSpPr>
          <p:cNvPr id="520" name="pain_1"/>
          <p:cNvSpPr/>
          <p:nvPr/>
        </p:nvSpPr>
        <p:spPr>
          <a:xfrm>
            <a:off x="12517560" y="1600200"/>
            <a:ext cx="10798560" cy="6998400"/>
          </a:xfrm>
          <a:prstGeom prst="rect">
            <a:avLst/>
          </a:prstGeom>
          <a:solidFill>
            <a:srgbClr val="1A1A1A"/>
          </a:solidFill>
          <a:ln w="0">
            <a:noFill/>
          </a:ln>
        </p:spPr>
        <p:style>
          <a:lnRef idx="0"/>
          <a:fillRef idx="0"/>
          <a:effectRef idx="0"/>
          <a:fontRef idx="minor"/>
        </p:style>
        <p:txBody>
          <a:bodyPr lIns="304920" tIns="152280" rIns="304920" bIns="152280" anchor="t">
            <a:normAutofit/>
          </a:bodyPr>
          <a:p>
            <a:pPr>
              <a:lnSpc>
                <a:spcPct val="100000"/>
              </a:lnSpc>
              <a:spcBef>
                <a:spcPts val="400"/>
              </a:spcBef>
              <a:tabLst>
                <a:tab pos="0" algn="l"/>
              </a:tabLst>
            </a:pPr>
            <a:r>
              <a:rPr lang="en-IN" sz="3000" b="1" u="none" strike="noStrike">
                <a:solidFill>
                  <a:srgbClr val="76B900"/>
                </a:solidFill>
                <a:effectLst/>
                <a:uFillTx/>
                <a:latin typeface="Arial"/>
                <a:ea typeface="Arial"/>
              </a:rPr>
              <a:t>PhD-level setup</a:t>
            </a:r>
            <a:endParaRPr lang="en-US" sz="3000" b="0" u="none" strike="noStrike">
              <a:solidFill>
                <a:srgbClr val="FFFFFF"/>
              </a:solidFill>
              <a:effectLst/>
              <a:uFillTx/>
              <a:latin typeface="Arial"/>
            </a:endParaRPr>
          </a:p>
          <a:p>
            <a:pPr>
              <a:lnSpc>
                <a:spcPct val="100000"/>
              </a:lnSpc>
              <a:spcBef>
                <a:spcPts val="99"/>
              </a:spcBef>
              <a:tabLst>
                <a:tab pos="0" algn="l"/>
              </a:tabLst>
            </a:pPr>
            <a:endParaRPr lang="en-US" sz="3200" b="0" u="none" strike="noStrike">
              <a:solidFill>
                <a:srgbClr val="FFFFFF"/>
              </a:solidFill>
              <a:effectLst/>
              <a:uFillTx/>
              <a:latin typeface="Arial"/>
            </a:endParaRPr>
          </a:p>
          <a:p>
            <a:pPr>
              <a:lnSpc>
                <a:spcPct val="100000"/>
              </a:lnSpc>
              <a:tabLst>
                <a:tab pos="0" algn="l"/>
              </a:tabLst>
            </a:pPr>
            <a:r>
              <a:rPr lang="en-IN" sz="3200" b="0" u="none" strike="noStrike">
                <a:solidFill>
                  <a:srgbClr val="CCCCCC"/>
                </a:solidFill>
                <a:effectLst/>
                <a:uFillTx/>
                <a:latin typeface="Arial"/>
                <a:ea typeface="Arial"/>
              </a:rPr>
              <a:t>Mesh generation, solver configuration, and boundary conditions take weeks per design. No fast iteration.</a:t>
            </a:r>
            <a:endParaRPr lang="en-US" sz="3200" b="0" u="none" strike="noStrike">
              <a:solidFill>
                <a:srgbClr val="FFFFFF"/>
              </a:solidFill>
              <a:effectLst/>
              <a:uFillTx/>
              <a:latin typeface="Arial"/>
            </a:endParaRPr>
          </a:p>
          <a:p>
            <a:pPr>
              <a:lnSpc>
                <a:spcPct val="100000"/>
              </a:lnSpc>
              <a:tabLst>
                <a:tab pos="0" algn="l"/>
              </a:tabLst>
            </a:pPr>
            <a:endParaRPr lang="en-US" sz="3200" b="0" u="none" strike="noStrike">
              <a:solidFill>
                <a:srgbClr val="FFFFFF"/>
              </a:solidFill>
              <a:effectLst/>
              <a:uFillTx/>
              <a:latin typeface="Arial"/>
            </a:endParaRPr>
          </a:p>
          <a:p>
            <a:pPr>
              <a:lnSpc>
                <a:spcPct val="100000"/>
              </a:lnSpc>
              <a:tabLst>
                <a:tab pos="0" algn="l"/>
              </a:tabLst>
            </a:pPr>
            <a:r>
              <a:rPr lang="en-IN" sz="3200" b="0" u="none" strike="noStrike">
                <a:solidFill>
                  <a:srgbClr val="CCCCCC"/>
                </a:solidFill>
                <a:effectLst/>
                <a:uFillTx/>
                <a:latin typeface="Arial"/>
                <a:ea typeface="Arial"/>
              </a:rPr>
              <a:t>vs</a:t>
            </a:r>
            <a:endParaRPr lang="en-US" sz="3200" b="0" u="none" strike="noStrike">
              <a:solidFill>
                <a:srgbClr val="FFFFFF"/>
              </a:solidFill>
              <a:effectLst/>
              <a:uFillTx/>
              <a:latin typeface="Arial"/>
            </a:endParaRPr>
          </a:p>
          <a:p>
            <a:pPr>
              <a:lnSpc>
                <a:spcPct val="100000"/>
              </a:lnSpc>
              <a:tabLst>
                <a:tab pos="0" algn="l"/>
              </a:tabLst>
            </a:pPr>
            <a:endParaRPr lang="en-US" sz="3200" b="0" u="none" strike="noStrike">
              <a:solidFill>
                <a:srgbClr val="FFFFFF"/>
              </a:solidFill>
              <a:effectLst/>
              <a:uFillTx/>
              <a:latin typeface="Arial"/>
            </a:endParaRPr>
          </a:p>
          <a:p>
            <a:pPr>
              <a:lnSpc>
                <a:spcPct val="100000"/>
              </a:lnSpc>
              <a:tabLst>
                <a:tab pos="0" algn="l"/>
              </a:tabLst>
            </a:pPr>
            <a:r>
              <a:rPr lang="en-IN" sz="3200" b="0" u="none" strike="noStrike">
                <a:solidFill>
                  <a:srgbClr val="CCCCCC"/>
                </a:solidFill>
                <a:effectLst/>
                <a:uFillTx/>
                <a:latin typeface="Arial"/>
                <a:ea typeface="Arial"/>
              </a:rPr>
              <a:t>Uses a lot of compute in some problems </a:t>
            </a:r>
            <a:endParaRPr lang="en-US" sz="3200" b="0" u="none" strike="noStrike">
              <a:solidFill>
                <a:srgbClr val="FFFFFF"/>
              </a:solidFill>
              <a:effectLst/>
              <a:uFillTx/>
              <a:latin typeface="Arial"/>
            </a:endParaRPr>
          </a:p>
          <a:p>
            <a:pPr>
              <a:lnSpc>
                <a:spcPct val="100000"/>
              </a:lnSpc>
              <a:tabLst>
                <a:tab pos="0" algn="l"/>
              </a:tabLst>
            </a:pPr>
            <a:r>
              <a:rPr lang="en-IN" sz="3200" b="0" u="none" strike="noStrike">
                <a:solidFill>
                  <a:srgbClr val="CCCCCC"/>
                </a:solidFill>
                <a:effectLst/>
                <a:uFillTx/>
                <a:latin typeface="Arial"/>
                <a:ea typeface="Arial"/>
              </a:rPr>
              <a:t>PhysicsIQ cannot yet provide accuracy with all the 7 base physics models, but as the field grows it will get more and more closer. At less compute( it can run on a 4060 laptop while another process runs the FreeCAD gen tools.</a:t>
            </a:r>
            <a:endParaRPr lang="en-US" sz="3200" b="0" u="none" strike="noStrike">
              <a:solidFill>
                <a:srgbClr val="FFFFFF"/>
              </a:solidFill>
              <a:effectLst/>
              <a:uFillTx/>
              <a:latin typeface="Arial"/>
            </a:endParaRPr>
          </a:p>
        </p:txBody>
      </p:sp>
      <p:sp>
        <p:nvSpPr>
          <p:cNvPr id="521" name="pain_ 1"/>
          <p:cNvSpPr/>
          <p:nvPr/>
        </p:nvSpPr>
        <p:spPr>
          <a:xfrm>
            <a:off x="685800" y="10515600"/>
            <a:ext cx="10798560" cy="6998400"/>
          </a:xfrm>
          <a:prstGeom prst="rect">
            <a:avLst/>
          </a:prstGeom>
          <a:solidFill>
            <a:srgbClr val="1A1A1A"/>
          </a:solidFill>
          <a:ln w="0">
            <a:noFill/>
          </a:ln>
        </p:spPr>
        <p:style>
          <a:lnRef idx="0"/>
          <a:fillRef idx="0"/>
          <a:effectRef idx="0"/>
          <a:fontRef idx="minor"/>
        </p:style>
        <p:txBody>
          <a:bodyPr lIns="304920" tIns="152280" rIns="304920" bIns="152280" anchor="t">
            <a:normAutofit lnSpcReduction="9999"/>
          </a:bodyPr>
          <a:p>
            <a:pPr>
              <a:lnSpc>
                <a:spcPct val="100000"/>
              </a:lnSpc>
              <a:spcBef>
                <a:spcPts val="400"/>
              </a:spcBef>
              <a:tabLst>
                <a:tab pos="0" algn="l"/>
              </a:tabLst>
            </a:pPr>
            <a:r>
              <a:rPr lang="en-IN" sz="3000" b="1" u="none" strike="noStrike">
                <a:solidFill>
                  <a:srgbClr val="76B900"/>
                </a:solidFill>
                <a:effectLst/>
                <a:uFillTx/>
                <a:latin typeface="Arial"/>
                <a:ea typeface="Arial"/>
              </a:rPr>
              <a:t>Compute and time</a:t>
            </a:r>
            <a:endParaRPr lang="en-US" sz="3000" b="0" u="none" strike="noStrike">
              <a:solidFill>
                <a:srgbClr val="FFFFFF"/>
              </a:solidFill>
              <a:effectLst/>
              <a:uFillTx/>
              <a:latin typeface="Arial"/>
            </a:endParaRPr>
          </a:p>
          <a:p>
            <a:pPr>
              <a:lnSpc>
                <a:spcPct val="100000"/>
              </a:lnSpc>
              <a:spcBef>
                <a:spcPts val="99"/>
              </a:spcBef>
              <a:tabLst>
                <a:tab pos="0" algn="l"/>
              </a:tabLst>
            </a:pPr>
            <a:endParaRPr lang="en-US" sz="2600" b="0" u="none" strike="noStrike">
              <a:solidFill>
                <a:srgbClr val="FFFFFF"/>
              </a:solidFill>
              <a:effectLst/>
              <a:uFillTx/>
              <a:latin typeface="Arial"/>
            </a:endParaRPr>
          </a:p>
          <a:p>
            <a:pPr>
              <a:lnSpc>
                <a:spcPct val="100000"/>
              </a:lnSpc>
              <a:tabLst>
                <a:tab pos="0" algn="l"/>
              </a:tabLst>
            </a:pPr>
            <a:r>
              <a:rPr lang="en-IN" sz="3200" b="0" u="none" strike="noStrike">
                <a:solidFill>
                  <a:srgbClr val="CCCCCC"/>
                </a:solidFill>
                <a:effectLst/>
                <a:uFillTx/>
                <a:latin typeface="Arial"/>
                <a:ea typeface="Arial"/>
              </a:rPr>
              <a:t>Calculix and FEA finite element analysis</a:t>
            </a:r>
            <a:endParaRPr lang="en-US" sz="3200" b="0" u="none" strike="noStrike">
              <a:solidFill>
                <a:srgbClr val="FFFFFF"/>
              </a:solidFill>
              <a:effectLst/>
              <a:uFillTx/>
              <a:latin typeface="Arial"/>
            </a:endParaRPr>
          </a:p>
          <a:p>
            <a:pPr>
              <a:lnSpc>
                <a:spcPct val="100000"/>
              </a:lnSpc>
              <a:tabLst>
                <a:tab pos="0" algn="l"/>
              </a:tabLst>
            </a:pPr>
            <a:r>
              <a:rPr lang="en-IN" sz="3200" b="0" u="none" strike="noStrike">
                <a:solidFill>
                  <a:srgbClr val="CCCCCC"/>
                </a:solidFill>
                <a:effectLst/>
                <a:uFillTx/>
                <a:latin typeface="Arial"/>
                <a:ea typeface="Arial"/>
              </a:rPr>
              <a:t>Take around 30 min to process a standard model</a:t>
            </a:r>
            <a:endParaRPr lang="en-US" sz="3200" b="0" u="none" strike="noStrike">
              <a:solidFill>
                <a:srgbClr val="FFFFFF"/>
              </a:solidFill>
              <a:effectLst/>
              <a:uFillTx/>
              <a:latin typeface="Arial"/>
            </a:endParaRPr>
          </a:p>
          <a:p>
            <a:pPr>
              <a:lnSpc>
                <a:spcPct val="100000"/>
              </a:lnSpc>
              <a:tabLst>
                <a:tab pos="0" algn="l"/>
              </a:tabLst>
            </a:pPr>
            <a:r>
              <a:rPr lang="en-IN" sz="3200" b="0" u="none" strike="noStrike">
                <a:solidFill>
                  <a:srgbClr val="CCCCCC"/>
                </a:solidFill>
                <a:effectLst/>
                <a:uFillTx/>
                <a:latin typeface="Arial"/>
                <a:ea typeface="Arial"/>
              </a:rPr>
              <a:t>For stress test and weak point detection</a:t>
            </a:r>
            <a:endParaRPr lang="en-US" sz="3200" b="0" u="none" strike="noStrike">
              <a:solidFill>
                <a:srgbClr val="FFFFFF"/>
              </a:solidFill>
              <a:effectLst/>
              <a:uFillTx/>
              <a:latin typeface="Arial"/>
            </a:endParaRPr>
          </a:p>
          <a:p>
            <a:pPr>
              <a:lnSpc>
                <a:spcPct val="100000"/>
              </a:lnSpc>
              <a:tabLst>
                <a:tab pos="0" algn="l"/>
              </a:tabLst>
            </a:pPr>
            <a:endParaRPr lang="en-US" sz="3200" b="0" u="none" strike="noStrike">
              <a:solidFill>
                <a:srgbClr val="FFFFFF"/>
              </a:solidFill>
              <a:effectLst/>
              <a:uFillTx/>
              <a:latin typeface="Arial"/>
            </a:endParaRPr>
          </a:p>
          <a:p>
            <a:pPr>
              <a:lnSpc>
                <a:spcPct val="100000"/>
              </a:lnSpc>
              <a:tabLst>
                <a:tab pos="0" algn="l"/>
              </a:tabLst>
            </a:pPr>
            <a:r>
              <a:rPr lang="en-IN" sz="3200" b="0" u="none" strike="noStrike">
                <a:solidFill>
                  <a:srgbClr val="CCCCCC"/>
                </a:solidFill>
                <a:effectLst/>
                <a:uFillTx/>
                <a:latin typeface="Arial"/>
                <a:ea typeface="Arial"/>
              </a:rPr>
              <a:t>vs</a:t>
            </a:r>
            <a:endParaRPr lang="en-US" sz="3200" b="0" u="none" strike="noStrike">
              <a:solidFill>
                <a:srgbClr val="FFFFFF"/>
              </a:solidFill>
              <a:effectLst/>
              <a:uFillTx/>
              <a:latin typeface="Arial"/>
            </a:endParaRPr>
          </a:p>
          <a:p>
            <a:pPr>
              <a:lnSpc>
                <a:spcPct val="100000"/>
              </a:lnSpc>
              <a:tabLst>
                <a:tab pos="0" algn="l"/>
              </a:tabLst>
            </a:pPr>
            <a:endParaRPr lang="en-US" sz="3200" b="0" u="none" strike="noStrike">
              <a:solidFill>
                <a:srgbClr val="FFFFFF"/>
              </a:solidFill>
              <a:effectLst/>
              <a:uFillTx/>
              <a:latin typeface="Arial"/>
            </a:endParaRPr>
          </a:p>
          <a:p>
            <a:pPr>
              <a:lnSpc>
                <a:spcPct val="100000"/>
              </a:lnSpc>
              <a:tabLst>
                <a:tab pos="0" algn="l"/>
              </a:tabLst>
            </a:pPr>
            <a:r>
              <a:rPr lang="en-IN" sz="3200" b="0" u="none" strike="noStrike">
                <a:solidFill>
                  <a:srgbClr val="CCCCCC"/>
                </a:solidFill>
                <a:effectLst/>
                <a:uFillTx/>
                <a:latin typeface="Arial"/>
                <a:ea typeface="Arial"/>
              </a:rPr>
              <a:t>Our model implimentation can do this in 30 sec / and the core PINN does this in a few seconds most lag is the ui</a:t>
            </a:r>
            <a:endParaRPr lang="en-US" sz="3200" b="0" u="none" strike="noStrike">
              <a:solidFill>
                <a:srgbClr val="FFFFFF"/>
              </a:solidFill>
              <a:effectLst/>
              <a:uFillTx/>
              <a:latin typeface="Arial"/>
            </a:endParaRPr>
          </a:p>
          <a:p>
            <a:pPr>
              <a:lnSpc>
                <a:spcPct val="100000"/>
              </a:lnSpc>
              <a:tabLst>
                <a:tab pos="0" algn="l"/>
              </a:tabLst>
            </a:pPr>
            <a:r>
              <a:rPr lang="en-IN" sz="3200" b="0" u="none" strike="noStrike">
                <a:solidFill>
                  <a:srgbClr val="CCCCCC"/>
                </a:solidFill>
                <a:effectLst/>
                <a:uFillTx/>
                <a:latin typeface="Arial"/>
                <a:ea typeface="Arial"/>
              </a:rPr>
              <a:t>Thou to be noted is not at the same level of accurate output. Yet as of the date of making this ppt. But given more compute and training it has the potential of being competetive to SOTA.</a:t>
            </a:r>
            <a:endParaRPr lang="en-US" sz="3200" b="0" u="none" strike="noStrike">
              <a:solidFill>
                <a:srgbClr val="FFFFFF"/>
              </a:solidFill>
              <a:effectLst/>
              <a:uFillTx/>
              <a:latin typeface="Arial"/>
            </a:endParaRPr>
          </a:p>
        </p:txBody>
      </p:sp>
      <p:sp>
        <p:nvSpPr>
          <p:cNvPr id="522" name="pain_ 2"/>
          <p:cNvSpPr/>
          <p:nvPr/>
        </p:nvSpPr>
        <p:spPr>
          <a:xfrm>
            <a:off x="12517560" y="10374120"/>
            <a:ext cx="10798560" cy="6998400"/>
          </a:xfrm>
          <a:prstGeom prst="rect">
            <a:avLst/>
          </a:prstGeom>
          <a:solidFill>
            <a:srgbClr val="1A1A1A"/>
          </a:solidFill>
          <a:ln w="0">
            <a:noFill/>
          </a:ln>
        </p:spPr>
        <p:style>
          <a:lnRef idx="0"/>
          <a:fillRef idx="0"/>
          <a:effectRef idx="0"/>
          <a:fontRef idx="minor"/>
        </p:style>
        <p:txBody>
          <a:bodyPr lIns="304920" tIns="152280" rIns="304920" bIns="152280" anchor="t">
            <a:normAutofit/>
          </a:bodyPr>
          <a:p>
            <a:pPr>
              <a:lnSpc>
                <a:spcPct val="100000"/>
              </a:lnSpc>
              <a:spcBef>
                <a:spcPts val="400"/>
              </a:spcBef>
              <a:tabLst>
                <a:tab pos="0" algn="l"/>
              </a:tabLst>
            </a:pPr>
            <a:r>
              <a:rPr lang="en-IN" sz="3000" b="1" u="none" strike="noStrike">
                <a:solidFill>
                  <a:srgbClr val="76B900"/>
                </a:solidFill>
                <a:effectLst/>
                <a:uFillTx/>
                <a:latin typeface="Arial"/>
                <a:ea typeface="Arial"/>
              </a:rPr>
              <a:t>Use of Nvidia Tooling and hardware.</a:t>
            </a:r>
            <a:endParaRPr lang="en-US" sz="3000" b="0" u="none" strike="noStrike">
              <a:solidFill>
                <a:srgbClr val="FFFFFF"/>
              </a:solidFill>
              <a:effectLst/>
              <a:uFillTx/>
              <a:latin typeface="Arial"/>
            </a:endParaRPr>
          </a:p>
          <a:p>
            <a:pPr>
              <a:lnSpc>
                <a:spcPct val="100000"/>
              </a:lnSpc>
              <a:tabLst>
                <a:tab pos="0" algn="l"/>
              </a:tabLst>
            </a:pPr>
            <a:endParaRPr lang="en-US" sz="3200" b="0" u="none" strike="noStrike">
              <a:solidFill>
                <a:srgbClr val="FFFFFF"/>
              </a:solidFill>
              <a:effectLst/>
              <a:uFillTx/>
              <a:latin typeface="Arial"/>
            </a:endParaRPr>
          </a:p>
          <a:p>
            <a:pPr>
              <a:lnSpc>
                <a:spcPct val="100000"/>
              </a:lnSpc>
              <a:tabLst>
                <a:tab pos="0" algn="l"/>
              </a:tabLst>
            </a:pPr>
            <a:endParaRPr lang="en-US" sz="3200" b="0" u="none" strike="noStrike">
              <a:solidFill>
                <a:srgbClr val="FFFFFF"/>
              </a:solidFill>
              <a:effectLst/>
              <a:uFillTx/>
              <a:latin typeface="Arial"/>
            </a:endParaRPr>
          </a:p>
          <a:p>
            <a:pPr>
              <a:lnSpc>
                <a:spcPct val="100000"/>
              </a:lnSpc>
              <a:tabLst>
                <a:tab pos="0" algn="l"/>
              </a:tabLst>
            </a:pPr>
            <a:r>
              <a:rPr lang="en-IN" sz="3200" b="0" u="none" strike="noStrike">
                <a:solidFill>
                  <a:srgbClr val="CCCCCC"/>
                </a:solidFill>
                <a:effectLst/>
                <a:uFillTx/>
                <a:latin typeface="Arial"/>
                <a:ea typeface="Arial"/>
              </a:rPr>
              <a:t>Our agent as a whole heavy leans to Nvidia hardware and tooling like CUDA for the jax models, physicsnemo for the rest of the models, NeMo recipes to finetune the model and NeMo claw for orchastration beyond what is currently implimented.</a:t>
            </a:r>
            <a:endParaRPr lang="en-US" sz="3200" b="0" u="none" strike="noStrike">
              <a:solidFill>
                <a:srgbClr val="FFFFFF"/>
              </a:solidFill>
              <a:effectLst/>
              <a:uFillTx/>
              <a:latin typeface="Arial"/>
            </a:endParaRPr>
          </a:p>
        </p:txBody>
      </p:sp>
      <p:sp>
        <p:nvSpPr>
          <p:cNvPr id="523" name="pain_ 3"/>
          <p:cNvSpPr/>
          <p:nvPr/>
        </p:nvSpPr>
        <p:spPr>
          <a:xfrm>
            <a:off x="24003000" y="10374120"/>
            <a:ext cx="10798560" cy="6998400"/>
          </a:xfrm>
          <a:prstGeom prst="rect">
            <a:avLst/>
          </a:prstGeom>
          <a:solidFill>
            <a:srgbClr val="1A1A1A"/>
          </a:solidFill>
          <a:ln w="0">
            <a:noFill/>
          </a:ln>
        </p:spPr>
        <p:style>
          <a:lnRef idx="0"/>
          <a:fillRef idx="0"/>
          <a:effectRef idx="0"/>
          <a:fontRef idx="minor"/>
        </p:style>
        <p:txBody>
          <a:bodyPr lIns="304920" tIns="152280" rIns="304920" bIns="152280" anchor="t">
            <a:normAutofit/>
          </a:bodyPr>
          <a:p>
            <a:pPr>
              <a:lnSpc>
                <a:spcPct val="100000"/>
              </a:lnSpc>
              <a:spcBef>
                <a:spcPts val="400"/>
              </a:spcBef>
              <a:tabLst>
                <a:tab pos="0" algn="l"/>
              </a:tabLst>
            </a:pPr>
            <a:r>
              <a:rPr lang="en-IN" sz="3000" b="1" u="none" strike="noStrike">
                <a:solidFill>
                  <a:srgbClr val="76B900"/>
                </a:solidFill>
                <a:effectLst/>
                <a:uFillTx/>
                <a:latin typeface="Arial"/>
                <a:ea typeface="Arial"/>
              </a:rPr>
              <a:t>Availability</a:t>
            </a:r>
            <a:endParaRPr lang="en-US" sz="3000" b="0" u="none" strike="noStrike">
              <a:solidFill>
                <a:srgbClr val="FFFFFF"/>
              </a:solidFill>
              <a:effectLst/>
              <a:uFillTx/>
              <a:latin typeface="Arial"/>
            </a:endParaRPr>
          </a:p>
          <a:p>
            <a:pPr>
              <a:lnSpc>
                <a:spcPct val="100000"/>
              </a:lnSpc>
              <a:spcBef>
                <a:spcPts val="99"/>
              </a:spcBef>
              <a:tabLst>
                <a:tab pos="0" algn="l"/>
              </a:tabLst>
            </a:pPr>
            <a:endParaRPr lang="en-US" sz="3200" b="0" u="none" strike="noStrike">
              <a:solidFill>
                <a:srgbClr val="FFFFFF"/>
              </a:solidFill>
              <a:effectLst/>
              <a:uFillTx/>
              <a:latin typeface="Arial"/>
            </a:endParaRPr>
          </a:p>
          <a:p>
            <a:pPr>
              <a:lnSpc>
                <a:spcPct val="100000"/>
              </a:lnSpc>
              <a:tabLst>
                <a:tab pos="0" algn="l"/>
              </a:tabLst>
            </a:pPr>
            <a:r>
              <a:rPr lang="en-IN" sz="3200" b="0" u="none" strike="noStrike">
                <a:solidFill>
                  <a:srgbClr val="CCCCCC"/>
                </a:solidFill>
                <a:effectLst/>
                <a:uFillTx/>
                <a:latin typeface="Arial"/>
                <a:ea typeface="Arial"/>
              </a:rPr>
              <a:t>Accesable to anyone, runs on basic compute, economically feasable, easy to use and modify to ones personal work flow </a:t>
            </a:r>
            <a:endParaRPr lang="en-US" sz="3200" b="0" u="none" strike="noStrike">
              <a:solidFill>
                <a:srgbClr val="FFFFFF"/>
              </a:solidFill>
              <a:effectLst/>
              <a:uFillTx/>
              <a:latin typeface="Arial"/>
            </a:endParaRPr>
          </a:p>
        </p:txBody>
      </p:sp>
      <p:sp>
        <p:nvSpPr>
          <p:cNvPr id="524" name="pain_2"/>
          <p:cNvSpPr/>
          <p:nvPr/>
        </p:nvSpPr>
        <p:spPr>
          <a:xfrm>
            <a:off x="24003000" y="1458720"/>
            <a:ext cx="10798560" cy="6998400"/>
          </a:xfrm>
          <a:prstGeom prst="rect">
            <a:avLst/>
          </a:prstGeom>
          <a:solidFill>
            <a:srgbClr val="1A1A1A"/>
          </a:solidFill>
          <a:ln w="0">
            <a:noFill/>
          </a:ln>
        </p:spPr>
        <p:style>
          <a:lnRef idx="0"/>
          <a:fillRef idx="0"/>
          <a:effectRef idx="0"/>
          <a:fontRef idx="minor"/>
        </p:style>
        <p:txBody>
          <a:bodyPr lIns="304920" tIns="152280" rIns="304920" bIns="152280" anchor="t">
            <a:normAutofit/>
          </a:bodyPr>
          <a:p>
            <a:pPr>
              <a:lnSpc>
                <a:spcPct val="100000"/>
              </a:lnSpc>
              <a:spcBef>
                <a:spcPts val="400"/>
              </a:spcBef>
              <a:tabLst>
                <a:tab pos="0" algn="l"/>
              </a:tabLst>
            </a:pPr>
            <a:r>
              <a:rPr lang="en-IN" sz="3000" b="1" u="none" strike="noStrike">
                <a:solidFill>
                  <a:srgbClr val="76B900"/>
                </a:solidFill>
                <a:effectLst/>
                <a:uFillTx/>
                <a:latin typeface="Arial"/>
                <a:ea typeface="Arial"/>
              </a:rPr>
              <a:t>No closed loop</a:t>
            </a:r>
            <a:endParaRPr lang="en-US" sz="3000" b="0" u="none" strike="noStrike">
              <a:solidFill>
                <a:srgbClr val="FFFFFF"/>
              </a:solidFill>
              <a:effectLst/>
              <a:uFillTx/>
              <a:latin typeface="Arial"/>
            </a:endParaRPr>
          </a:p>
          <a:p>
            <a:pPr>
              <a:lnSpc>
                <a:spcPct val="100000"/>
              </a:lnSpc>
              <a:spcBef>
                <a:spcPts val="99"/>
              </a:spcBef>
              <a:tabLst>
                <a:tab pos="0" algn="l"/>
              </a:tabLst>
            </a:pPr>
            <a:endParaRPr lang="en-US" sz="3200" b="0" u="none" strike="noStrike">
              <a:solidFill>
                <a:srgbClr val="FFFFFF"/>
              </a:solidFill>
              <a:effectLst/>
              <a:uFillTx/>
              <a:latin typeface="Arial"/>
            </a:endParaRPr>
          </a:p>
          <a:p>
            <a:pPr>
              <a:lnSpc>
                <a:spcPct val="100000"/>
              </a:lnSpc>
              <a:tabLst>
                <a:tab pos="0" algn="l"/>
              </a:tabLst>
            </a:pPr>
            <a:r>
              <a:rPr lang="en-IN" sz="3200" b="0" u="none" strike="noStrike">
                <a:solidFill>
                  <a:srgbClr val="CCCCCC"/>
                </a:solidFill>
                <a:effectLst/>
                <a:uFillTx/>
                <a:latin typeface="Arial"/>
                <a:ea typeface="Arial"/>
              </a:rPr>
              <a:t>Designers change geometry, wait days for results, iterate manually. Nothing is autonomous. Nothing learns. </a:t>
            </a:r>
            <a:endParaRPr lang="en-US" sz="3200" b="0" u="none" strike="noStrike">
              <a:solidFill>
                <a:srgbClr val="FFFFFF"/>
              </a:solidFill>
              <a:effectLst/>
              <a:uFillTx/>
              <a:latin typeface="Arial"/>
            </a:endParaRPr>
          </a:p>
          <a:p>
            <a:pPr>
              <a:lnSpc>
                <a:spcPct val="100000"/>
              </a:lnSpc>
              <a:tabLst>
                <a:tab pos="0" algn="l"/>
              </a:tabLst>
            </a:pPr>
            <a:endParaRPr lang="en-US" sz="3200" b="0" u="none" strike="noStrike">
              <a:solidFill>
                <a:srgbClr val="FFFFFF"/>
              </a:solidFill>
              <a:effectLst/>
              <a:uFillTx/>
              <a:latin typeface="Arial"/>
            </a:endParaRPr>
          </a:p>
          <a:p>
            <a:pPr>
              <a:lnSpc>
                <a:spcPct val="100000"/>
              </a:lnSpc>
              <a:tabLst>
                <a:tab pos="0" algn="l"/>
              </a:tabLst>
            </a:pPr>
            <a:r>
              <a:rPr lang="en-IN" sz="3200" b="0" u="none" strike="noStrike">
                <a:solidFill>
                  <a:srgbClr val="CCCCCC"/>
                </a:solidFill>
                <a:effectLst/>
                <a:uFillTx/>
                <a:latin typeface="Arial"/>
                <a:ea typeface="Arial"/>
              </a:rPr>
              <a:t>vs</a:t>
            </a:r>
            <a:endParaRPr lang="en-US" sz="3200" b="0" u="none" strike="noStrike">
              <a:solidFill>
                <a:srgbClr val="FFFFFF"/>
              </a:solidFill>
              <a:effectLst/>
              <a:uFillTx/>
              <a:latin typeface="Arial"/>
            </a:endParaRPr>
          </a:p>
          <a:p>
            <a:pPr>
              <a:lnSpc>
                <a:spcPct val="100000"/>
              </a:lnSpc>
              <a:tabLst>
                <a:tab pos="0" algn="l"/>
              </a:tabLst>
            </a:pPr>
            <a:endParaRPr lang="en-US" sz="3200" b="0" u="none" strike="noStrike">
              <a:solidFill>
                <a:srgbClr val="FFFFFF"/>
              </a:solidFill>
              <a:effectLst/>
              <a:uFillTx/>
              <a:latin typeface="Arial"/>
            </a:endParaRPr>
          </a:p>
          <a:p>
            <a:pPr>
              <a:lnSpc>
                <a:spcPct val="100000"/>
              </a:lnSpc>
              <a:spcBef>
                <a:spcPts val="1191"/>
              </a:spcBef>
              <a:spcAft>
                <a:spcPts val="992"/>
              </a:spcAft>
              <a:tabLst>
                <a:tab pos="0" algn="l"/>
              </a:tabLst>
            </a:pPr>
            <a:r>
              <a:rPr lang="en-IN" sz="3200" b="0" u="none" strike="noStrike">
                <a:solidFill>
                  <a:srgbClr val="CCCCCC"/>
                </a:solidFill>
                <a:effectLst/>
                <a:uFillTx/>
                <a:latin typeface="Arial"/>
                <a:ea typeface="Arial"/>
              </a:rPr>
              <a:t>This can impliment systems like an </a:t>
            </a:r>
            <a:r>
              <a:rPr lang="en-IN" sz="3200" b="0" u="none" strike="noStrike">
                <a:solidFill>
                  <a:srgbClr val="76B900"/>
                </a:solidFill>
                <a:effectLst/>
                <a:uFillTx/>
                <a:latin typeface="Arial"/>
                <a:ea typeface="Arial"/>
                <a:hlinkClick r:id="rId2"/>
              </a:rPr>
              <a:t>Andrej Karpathy</a:t>
            </a:r>
            <a:r>
              <a:rPr lang="en-IN" sz="3200" b="0" u="none" strike="noStrike">
                <a:solidFill>
                  <a:srgbClr val="CCCCCC"/>
                </a:solidFill>
                <a:effectLst/>
                <a:uFillTx/>
                <a:latin typeface="Arial"/>
                <a:ea typeface="Arial"/>
              </a:rPr>
              <a:t> ‘s autoresearch or other loops </a:t>
            </a:r>
            <a:r>
              <a:rPr lang="en-IN" sz="3200" b="0" u="none" strike="noStrike" baseline="33000">
                <a:solidFill>
                  <a:srgbClr val="CCCCCC"/>
                </a:solidFill>
                <a:effectLst/>
                <a:uFillTx/>
                <a:latin typeface="Arial"/>
                <a:ea typeface="Arial"/>
              </a:rPr>
              <a:t>[5]</a:t>
            </a:r>
            <a:endParaRPr lang="en-US" sz="3200" b="0" u="none" strike="noStrike">
              <a:solidFill>
                <a:srgbClr val="FFFFFF"/>
              </a:solidFill>
              <a:effectLst/>
              <a:uFillTx/>
              <a:latin typeface="Arial"/>
            </a:endParaRPr>
          </a:p>
          <a:p>
            <a:pPr>
              <a:lnSpc>
                <a:spcPct val="100000"/>
              </a:lnSpc>
              <a:spcBef>
                <a:spcPts val="1191"/>
              </a:spcBef>
              <a:spcAft>
                <a:spcPts val="992"/>
              </a:spcAft>
              <a:tabLst>
                <a:tab pos="0" algn="l"/>
              </a:tabLst>
            </a:pPr>
            <a:r>
              <a:rPr lang="en-IN" sz="3200" b="0" u="none" strike="noStrike">
                <a:solidFill>
                  <a:srgbClr val="CCCCCC"/>
                </a:solidFill>
                <a:effectLst/>
                <a:uFillTx/>
                <a:latin typeface="Arial"/>
                <a:ea typeface="Arial"/>
              </a:rPr>
              <a:t>Can also test while development no need to wait till the end of the cycle.</a:t>
            </a:r>
            <a:endParaRPr lang="en-US" sz="3200" b="0" u="none" strike="noStrike">
              <a:solidFill>
                <a:srgbClr val="FFFFFF"/>
              </a:solidFill>
              <a:effectLst/>
              <a:uFillTx/>
              <a:latin typeface="Arial"/>
            </a:endParaRPr>
          </a:p>
        </p:txBody>
      </p:sp>
      <p:sp>
        <p:nvSpPr>
          <p:cNvPr id="525" name=""/>
          <p:cNvSpPr/>
          <p:nvPr/>
        </p:nvSpPr>
        <p:spPr>
          <a:xfrm>
            <a:off x="914400" y="228600"/>
            <a:ext cx="16001280" cy="9136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4800" b="0" u="none" strike="noStrike">
                <a:solidFill>
                  <a:srgbClr val="000000"/>
                </a:solidFill>
                <a:effectLst/>
                <a:uFillTx/>
                <a:latin typeface="Arial"/>
              </a:rPr>
              <a:t>The problem and solutions by us</a:t>
            </a:r>
            <a:endParaRPr lang="en-US" sz="4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26" name="Google Shape;450;p 1"/>
          <p:cNvPicPr/>
          <p:nvPr/>
        </p:nvPicPr>
        <p:blipFill>
          <a:blip r:embed="rId1"/>
          <a:stretch/>
        </p:blipFill>
        <p:spPr>
          <a:xfrm>
            <a:off x="1031400" y="18639000"/>
            <a:ext cx="5215680" cy="1494720"/>
          </a:xfrm>
          <a:prstGeom prst="rect">
            <a:avLst/>
          </a:prstGeom>
          <a:noFill/>
          <a:ln w="0">
            <a:noFill/>
          </a:ln>
        </p:spPr>
      </p:pic>
      <p:cxnSp>
        <p:nvCxnSpPr>
          <p:cNvPr id="527" name="Google Shape;452;p 1"/>
          <p:cNvCxnSpPr/>
          <p:nvPr/>
        </p:nvCxnSpPr>
        <p:spPr>
          <a:xfrm>
            <a:off x="10325520" y="12382920"/>
            <a:ext cx="3068280" cy="1440"/>
          </a:xfrm>
          <a:prstGeom prst="straightConnector1">
            <a:avLst/>
          </a:prstGeom>
          <a:ln w="152400">
            <a:solidFill>
              <a:srgbClr val="76B900"/>
            </a:solidFill>
            <a:round/>
          </a:ln>
        </p:spPr>
      </p:cxnSp>
      <p:cxnSp>
        <p:nvCxnSpPr>
          <p:cNvPr id="528" name="Google Shape;453;p 1"/>
          <p:cNvCxnSpPr/>
          <p:nvPr/>
        </p:nvCxnSpPr>
        <p:spPr>
          <a:xfrm>
            <a:off x="10325520" y="13389480"/>
            <a:ext cx="3068280" cy="1440"/>
          </a:xfrm>
          <a:prstGeom prst="straightConnector1">
            <a:avLst/>
          </a:prstGeom>
          <a:ln w="152400">
            <a:solidFill>
              <a:srgbClr val="76B900"/>
            </a:solidFill>
            <a:round/>
          </a:ln>
        </p:spPr>
      </p:cxnSp>
      <p:cxnSp>
        <p:nvCxnSpPr>
          <p:cNvPr id="529" name="Google Shape;454;p 1"/>
          <p:cNvCxnSpPr/>
          <p:nvPr/>
        </p:nvCxnSpPr>
        <p:spPr>
          <a:xfrm>
            <a:off x="13392360" y="12382920"/>
            <a:ext cx="1440" cy="1049760"/>
          </a:xfrm>
          <a:prstGeom prst="straightConnector1">
            <a:avLst/>
          </a:prstGeom>
          <a:ln w="152400">
            <a:solidFill>
              <a:srgbClr val="76B900"/>
            </a:solidFill>
            <a:round/>
          </a:ln>
        </p:spPr>
      </p:cxnSp>
      <p:cxnSp>
        <p:nvCxnSpPr>
          <p:cNvPr id="530" name="Google Shape;455;p 1"/>
          <p:cNvCxnSpPr/>
          <p:nvPr/>
        </p:nvCxnSpPr>
        <p:spPr>
          <a:xfrm>
            <a:off x="10325520" y="12382920"/>
            <a:ext cx="1440" cy="1049760"/>
          </a:xfrm>
          <a:prstGeom prst="straightConnector1">
            <a:avLst/>
          </a:prstGeom>
          <a:ln w="152400">
            <a:solidFill>
              <a:srgbClr val="76B900"/>
            </a:solidFill>
            <a:round/>
          </a:ln>
        </p:spPr>
      </p:cxnSp>
      <p:sp>
        <p:nvSpPr>
          <p:cNvPr id="531" name="title 1"/>
          <p:cNvSpPr/>
          <p:nvPr/>
        </p:nvSpPr>
        <p:spPr>
          <a:xfrm>
            <a:off x="1398960" y="2166120"/>
            <a:ext cx="33252840" cy="1798560"/>
          </a:xfrm>
          <a:prstGeom prst="rect">
            <a:avLst/>
          </a:prstGeom>
          <a:noFill/>
          <a:ln w="0">
            <a:noFill/>
          </a:ln>
        </p:spPr>
        <p:style>
          <a:lnRef idx="0"/>
          <a:fillRef idx="0"/>
          <a:effectRef idx="0"/>
          <a:fontRef idx="minor"/>
        </p:style>
        <p:txBody>
          <a:bodyPr lIns="304920" tIns="152280" rIns="304920" bIns="152280" anchor="t">
            <a:normAutofit/>
          </a:bodyPr>
          <a:p>
            <a:pPr>
              <a:lnSpc>
                <a:spcPct val="100000"/>
              </a:lnSpc>
              <a:tabLst>
                <a:tab pos="0" algn="l"/>
              </a:tabLst>
            </a:pPr>
            <a:r>
              <a:rPr lang="en-IN" sz="5500" b="1" u="none" strike="noStrike">
                <a:solidFill>
                  <a:srgbClr val="FFFFFF"/>
                </a:solidFill>
                <a:effectLst/>
                <a:uFillTx/>
                <a:latin typeface="Arial"/>
                <a:ea typeface="Arial"/>
              </a:rPr>
              <a:t>What We've Already Built</a:t>
            </a:r>
            <a:endParaRPr lang="en-US" sz="5500" b="0" u="none" strike="noStrike">
              <a:solidFill>
                <a:srgbClr val="000000"/>
              </a:solidFill>
              <a:effectLst/>
              <a:uFillTx/>
              <a:latin typeface="Arial"/>
            </a:endParaRPr>
          </a:p>
        </p:txBody>
      </p:sp>
      <p:sp>
        <p:nvSpPr>
          <p:cNvPr id="532" name="sub 1"/>
          <p:cNvSpPr/>
          <p:nvPr/>
        </p:nvSpPr>
        <p:spPr>
          <a:xfrm>
            <a:off x="1398960" y="4100040"/>
            <a:ext cx="33252840" cy="1398600"/>
          </a:xfrm>
          <a:prstGeom prst="rect">
            <a:avLst/>
          </a:prstGeom>
          <a:noFill/>
          <a:ln w="0">
            <a:noFill/>
          </a:ln>
        </p:spPr>
        <p:style>
          <a:lnRef idx="0"/>
          <a:fillRef idx="0"/>
          <a:effectRef idx="0"/>
          <a:fontRef idx="minor"/>
        </p:style>
        <p:txBody>
          <a:bodyPr lIns="304920" tIns="152280" rIns="304920" bIns="152280" anchor="t">
            <a:normAutofit/>
          </a:bodyPr>
          <a:p>
            <a:pPr>
              <a:lnSpc>
                <a:spcPct val="100000"/>
              </a:lnSpc>
              <a:tabLst>
                <a:tab pos="0" algn="l"/>
              </a:tabLst>
            </a:pPr>
            <a:r>
              <a:rPr lang="en-IN" sz="2400" b="0" i="1" u="none" strike="noStrike">
                <a:solidFill>
                  <a:srgbClr val="111111"/>
                </a:solidFill>
                <a:effectLst/>
                <a:uFillTx/>
                <a:latin typeface="Arial"/>
                <a:ea typeface="Arial"/>
              </a:rPr>
              <a:t>The core pipeline is running today on a 4060 laptop, JAX(PINNx) + CUDA, FreeCAD Python API + custom inference C engine</a:t>
            </a:r>
            <a:endParaRPr lang="en-US" sz="2400" b="0" u="none" strike="noStrike">
              <a:solidFill>
                <a:srgbClr val="000000"/>
              </a:solidFill>
              <a:effectLst/>
              <a:uFillTx/>
              <a:latin typeface="Arial"/>
            </a:endParaRPr>
          </a:p>
        </p:txBody>
      </p:sp>
      <p:sp>
        <p:nvSpPr>
          <p:cNvPr id="533" name="done 1"/>
          <p:cNvSpPr/>
          <p:nvPr/>
        </p:nvSpPr>
        <p:spPr>
          <a:xfrm>
            <a:off x="1398960" y="5699880"/>
            <a:ext cx="16198560" cy="11998440"/>
          </a:xfrm>
          <a:prstGeom prst="rect">
            <a:avLst/>
          </a:prstGeom>
          <a:solidFill>
            <a:srgbClr val="0D1F0D"/>
          </a:solidFill>
          <a:ln w="0">
            <a:noFill/>
          </a:ln>
        </p:spPr>
        <p:style>
          <a:lnRef idx="0"/>
          <a:fillRef idx="0"/>
          <a:effectRef idx="0"/>
          <a:fontRef idx="minor"/>
        </p:style>
        <p:txBody>
          <a:bodyPr lIns="304920" tIns="152280" rIns="304920" bIns="152280" anchor="t">
            <a:normAutofit/>
          </a:bodyPr>
          <a:p>
            <a:pPr>
              <a:lnSpc>
                <a:spcPct val="100000"/>
              </a:lnSpc>
              <a:spcBef>
                <a:spcPts val="300"/>
              </a:spcBef>
              <a:tabLst>
                <a:tab pos="0" algn="l"/>
              </a:tabLst>
            </a:pPr>
            <a:r>
              <a:rPr lang="en-IN" sz="2800" b="1" u="none" strike="noStrike">
                <a:solidFill>
                  <a:srgbClr val="76B900"/>
                </a:solidFill>
                <a:effectLst/>
                <a:uFillTx/>
                <a:latin typeface="Arial"/>
                <a:ea typeface="Arial"/>
              </a:rPr>
              <a:t>✅</a:t>
            </a:r>
            <a:r>
              <a:rPr lang="en-IN" sz="3600" b="1" u="none" strike="noStrike">
                <a:solidFill>
                  <a:srgbClr val="76B900"/>
                </a:solidFill>
                <a:effectLst/>
                <a:uFillTx/>
                <a:latin typeface="Arial"/>
                <a:ea typeface="Arial"/>
              </a:rPr>
              <a:t> Currently working</a:t>
            </a:r>
            <a:endParaRPr lang="en-US" sz="3600" b="0" u="none" strike="noStrike">
              <a:solidFill>
                <a:srgbClr val="FFFFFF"/>
              </a:solidFill>
              <a:effectLst/>
              <a:uFillTx/>
              <a:latin typeface="Arial"/>
            </a:endParaRPr>
          </a:p>
          <a:p>
            <a:pPr>
              <a:lnSpc>
                <a:spcPct val="100000"/>
              </a:lnSpc>
              <a:spcBef>
                <a:spcPts val="300"/>
              </a:spcBef>
              <a:tabLst>
                <a:tab pos="0" algn="l"/>
              </a:tabLst>
            </a:pPr>
            <a:endParaRPr lang="en-US" sz="2800" b="0" u="none" strike="noStrike">
              <a:solidFill>
                <a:srgbClr val="FFFFFF"/>
              </a:solidFill>
              <a:effectLst/>
              <a:uFillTx/>
              <a:latin typeface="Arial"/>
            </a:endParaRPr>
          </a:p>
          <a:p>
            <a:pPr>
              <a:lnSpc>
                <a:spcPct val="100000"/>
              </a:lnSpc>
              <a:spcBef>
                <a:spcPts val="300"/>
              </a:spcBef>
              <a:tabLst>
                <a:tab pos="0" algn="l"/>
              </a:tabLst>
            </a:pPr>
            <a:endParaRPr lang="en-US" sz="2800" b="0" u="none" strike="noStrike">
              <a:solidFill>
                <a:srgbClr val="FFFFFF"/>
              </a:solidFill>
              <a:effectLst/>
              <a:uFillTx/>
              <a:latin typeface="Arial"/>
            </a:endParaRPr>
          </a:p>
          <a:p>
            <a:pPr>
              <a:lnSpc>
                <a:spcPct val="100000"/>
              </a:lnSpc>
              <a:spcBef>
                <a:spcPts val="150"/>
              </a:spcBef>
              <a:tabLst>
                <a:tab pos="0" algn="l"/>
              </a:tabLst>
            </a:pPr>
            <a:r>
              <a:rPr lang="en-IN" sz="3600" b="0" u="none" strike="noStrike">
                <a:solidFill>
                  <a:srgbClr val="CCCCCC"/>
                </a:solidFill>
                <a:effectLst/>
                <a:uFillTx/>
                <a:latin typeface="Arial"/>
                <a:ea typeface="Arial"/>
              </a:rPr>
              <a:t>·  FreeCAD plugin Gemma 2B generates parametric CAD from natural language</a:t>
            </a:r>
            <a:endParaRPr lang="en-US" sz="3600" b="0" u="none" strike="noStrike">
              <a:solidFill>
                <a:srgbClr val="FFFFFF"/>
              </a:solidFill>
              <a:effectLst/>
              <a:uFillTx/>
              <a:latin typeface="Arial"/>
            </a:endParaRPr>
          </a:p>
          <a:p>
            <a:pPr>
              <a:lnSpc>
                <a:spcPct val="100000"/>
              </a:lnSpc>
              <a:spcBef>
                <a:spcPts val="150"/>
              </a:spcBef>
              <a:tabLst>
                <a:tab pos="0" algn="l"/>
              </a:tabLst>
            </a:pPr>
            <a:r>
              <a:rPr lang="en-IN" sz="3600" b="0" u="none" strike="noStrike">
                <a:solidFill>
                  <a:srgbClr val="CCCCCC"/>
                </a:solidFill>
                <a:effectLst/>
                <a:uFillTx/>
                <a:latin typeface="Arial"/>
                <a:ea typeface="Arial"/>
              </a:rPr>
              <a:t>·  Navier-Cauchy linear elasticity PINN stress concentrations, safety factors</a:t>
            </a:r>
            <a:endParaRPr lang="en-US" sz="3600" b="0" u="none" strike="noStrike">
              <a:solidFill>
                <a:srgbClr val="FFFFFF"/>
              </a:solidFill>
              <a:effectLst/>
              <a:uFillTx/>
              <a:latin typeface="Arial"/>
            </a:endParaRPr>
          </a:p>
          <a:p>
            <a:pPr>
              <a:lnSpc>
                <a:spcPct val="100000"/>
              </a:lnSpc>
              <a:spcBef>
                <a:spcPts val="150"/>
              </a:spcBef>
              <a:tabLst>
                <a:tab pos="0" algn="l"/>
              </a:tabLst>
            </a:pPr>
            <a:r>
              <a:rPr lang="en-IN" sz="3600" b="0" u="none" strike="noStrike">
                <a:solidFill>
                  <a:srgbClr val="CCCCCC"/>
                </a:solidFill>
                <a:effectLst/>
                <a:uFillTx/>
                <a:latin typeface="Arial"/>
                <a:ea typeface="Arial"/>
              </a:rPr>
              <a:t>·  Von Mises stress heatmap overlaid on FreeCAD 3D viewport via coin3d</a:t>
            </a:r>
            <a:endParaRPr lang="en-US" sz="3600" b="0" u="none" strike="noStrike">
              <a:solidFill>
                <a:srgbClr val="FFFFFF"/>
              </a:solidFill>
              <a:effectLst/>
              <a:uFillTx/>
              <a:latin typeface="Arial"/>
            </a:endParaRPr>
          </a:p>
          <a:p>
            <a:pPr>
              <a:lnSpc>
                <a:spcPct val="100000"/>
              </a:lnSpc>
              <a:spcBef>
                <a:spcPts val="150"/>
              </a:spcBef>
              <a:tabLst>
                <a:tab pos="0" algn="l"/>
              </a:tabLst>
            </a:pPr>
            <a:r>
              <a:rPr lang="en-IN" sz="3600" b="0" u="none" strike="noStrike">
                <a:solidFill>
                  <a:srgbClr val="CCCCCC"/>
                </a:solidFill>
                <a:effectLst/>
                <a:uFillTx/>
                <a:latin typeface="Arial"/>
                <a:ea typeface="Arial"/>
              </a:rPr>
              <a:t>·  inferio custom C inference engine running Gemma on 4060</a:t>
            </a:r>
            <a:endParaRPr lang="en-US" sz="3600" b="0" u="none" strike="noStrike">
              <a:solidFill>
                <a:srgbClr val="FFFFFF"/>
              </a:solidFill>
              <a:effectLst/>
              <a:uFillTx/>
              <a:latin typeface="Arial"/>
            </a:endParaRPr>
          </a:p>
          <a:p>
            <a:pPr>
              <a:lnSpc>
                <a:spcPct val="100000"/>
              </a:lnSpc>
              <a:spcBef>
                <a:spcPts val="150"/>
              </a:spcBef>
              <a:tabLst>
                <a:tab pos="0" algn="l"/>
              </a:tabLst>
            </a:pPr>
            <a:r>
              <a:rPr lang="en-IN" sz="3600" b="0" u="none" strike="noStrike">
                <a:solidFill>
                  <a:srgbClr val="CCCCCC"/>
                </a:solidFill>
                <a:effectLst/>
                <a:uFillTx/>
                <a:latin typeface="Arial"/>
                <a:ea typeface="Arial"/>
              </a:rPr>
              <a:t>·  Closed loop: PINN result -&gt; LLM generates fix -&gt; recompute -&gt; re-analyse</a:t>
            </a:r>
            <a:endParaRPr lang="en-US" sz="3600" b="0" u="none" strike="noStrike">
              <a:solidFill>
                <a:srgbClr val="FFFFFF"/>
              </a:solidFill>
              <a:effectLst/>
              <a:uFillTx/>
              <a:latin typeface="Arial"/>
            </a:endParaRPr>
          </a:p>
          <a:p>
            <a:pPr>
              <a:lnSpc>
                <a:spcPct val="100000"/>
              </a:lnSpc>
              <a:spcBef>
                <a:spcPts val="150"/>
              </a:spcBef>
              <a:tabLst>
                <a:tab pos="0" algn="l"/>
              </a:tabLst>
            </a:pPr>
            <a:r>
              <a:rPr lang="en-IN" sz="3600" b="0" u="none" strike="noStrike">
                <a:solidFill>
                  <a:srgbClr val="CCCCCC"/>
                </a:solidFill>
                <a:effectLst/>
                <a:uFillTx/>
                <a:latin typeface="Arial"/>
                <a:ea typeface="Arial"/>
              </a:rPr>
              <a:t>·  CUDA-accelerated JAX kernels: jax.vmap, jax.jit, jax.jacfwd for PDE derivatives</a:t>
            </a:r>
            <a:endParaRPr lang="en-US" sz="3600" b="0" u="none" strike="noStrike">
              <a:solidFill>
                <a:srgbClr val="FFFFFF"/>
              </a:solidFill>
              <a:effectLst/>
              <a:uFillTx/>
              <a:latin typeface="Arial"/>
            </a:endParaRPr>
          </a:p>
          <a:p>
            <a:pPr>
              <a:lnSpc>
                <a:spcPct val="100000"/>
              </a:lnSpc>
              <a:spcBef>
                <a:spcPts val="150"/>
              </a:spcBef>
              <a:tabLst>
                <a:tab pos="0" algn="l"/>
              </a:tabLst>
            </a:pPr>
            <a:r>
              <a:rPr lang="en-IN" sz="3600" b="0" u="none" strike="noStrike">
                <a:solidFill>
                  <a:srgbClr val="CCCCCC"/>
                </a:solidFill>
                <a:effectLst/>
                <a:uFillTx/>
                <a:latin typeface="Arial"/>
                <a:ea typeface="Arial"/>
              </a:rPr>
              <a:t>·  C++ OCCT geometry bridge extracts face normals, bounding boxes, boundary conditions</a:t>
            </a:r>
            <a:endParaRPr lang="en-US" sz="3600" b="0" u="none" strike="noStrike">
              <a:solidFill>
                <a:srgbClr val="FFFFFF"/>
              </a:solidFill>
              <a:effectLst/>
              <a:uFillTx/>
              <a:latin typeface="Arial"/>
            </a:endParaRPr>
          </a:p>
        </p:txBody>
      </p:sp>
      <p:sp>
        <p:nvSpPr>
          <p:cNvPr id="534" name="todo 1"/>
          <p:cNvSpPr/>
          <p:nvPr/>
        </p:nvSpPr>
        <p:spPr>
          <a:xfrm>
            <a:off x="18877320" y="5699880"/>
            <a:ext cx="16098480" cy="11998440"/>
          </a:xfrm>
          <a:prstGeom prst="rect">
            <a:avLst/>
          </a:prstGeom>
          <a:solidFill>
            <a:srgbClr val="1A1A1A"/>
          </a:solidFill>
          <a:ln w="0">
            <a:noFill/>
          </a:ln>
        </p:spPr>
        <p:style>
          <a:lnRef idx="0"/>
          <a:fillRef idx="0"/>
          <a:effectRef idx="0"/>
          <a:fontRef idx="minor"/>
        </p:style>
        <p:txBody>
          <a:bodyPr lIns="304920" tIns="152280" rIns="304920" bIns="152280" anchor="t">
            <a:normAutofit/>
          </a:bodyPr>
          <a:p>
            <a:pPr>
              <a:lnSpc>
                <a:spcPct val="100000"/>
              </a:lnSpc>
              <a:spcBef>
                <a:spcPts val="300"/>
              </a:spcBef>
              <a:tabLst>
                <a:tab pos="0" algn="l"/>
              </a:tabLst>
            </a:pPr>
            <a:r>
              <a:rPr lang="en-IN" sz="3600" b="1" u="none" strike="noStrike">
                <a:solidFill>
                  <a:srgbClr val="FFFFFF"/>
                </a:solidFill>
                <a:effectLst/>
                <a:uFillTx/>
                <a:latin typeface="Arial"/>
                <a:ea typeface="Arial"/>
              </a:rPr>
              <a:t>🔧  </a:t>
            </a:r>
            <a:endParaRPr lang="en-US" sz="3600" b="0" u="none" strike="noStrike">
              <a:solidFill>
                <a:srgbClr val="FFFFFF"/>
              </a:solidFill>
              <a:effectLst/>
              <a:uFillTx/>
              <a:latin typeface="Arial"/>
            </a:endParaRPr>
          </a:p>
          <a:p>
            <a:pPr>
              <a:lnSpc>
                <a:spcPct val="100000"/>
              </a:lnSpc>
              <a:spcBef>
                <a:spcPts val="300"/>
              </a:spcBef>
              <a:tabLst>
                <a:tab pos="0" algn="l"/>
              </a:tabLst>
            </a:pPr>
            <a:endParaRPr lang="en-US" sz="3600" b="0" u="none" strike="noStrike">
              <a:solidFill>
                <a:srgbClr val="FFFFFF"/>
              </a:solidFill>
              <a:effectLst/>
              <a:uFillTx/>
              <a:latin typeface="Arial"/>
            </a:endParaRPr>
          </a:p>
          <a:p>
            <a:pPr>
              <a:lnSpc>
                <a:spcPct val="100000"/>
              </a:lnSpc>
              <a:spcBef>
                <a:spcPts val="300"/>
              </a:spcBef>
              <a:tabLst>
                <a:tab pos="0" algn="l"/>
              </a:tabLst>
            </a:pPr>
            <a:endParaRPr lang="en-US" sz="3600" b="0" u="none" strike="noStrike">
              <a:solidFill>
                <a:srgbClr val="FFFFFF"/>
              </a:solidFill>
              <a:effectLst/>
              <a:uFillTx/>
              <a:latin typeface="Arial"/>
            </a:endParaRPr>
          </a:p>
          <a:p>
            <a:pPr>
              <a:lnSpc>
                <a:spcPct val="100000"/>
              </a:lnSpc>
              <a:spcBef>
                <a:spcPts val="150"/>
              </a:spcBef>
              <a:tabLst>
                <a:tab pos="0" algn="l"/>
              </a:tabLst>
            </a:pPr>
            <a:r>
              <a:rPr lang="en-IN" sz="3600" b="0" u="none" strike="noStrike">
                <a:solidFill>
                  <a:srgbClr val="CCCCCC"/>
                </a:solidFill>
                <a:effectLst/>
                <a:uFillTx/>
                <a:latin typeface="Arial"/>
                <a:ea typeface="Arial"/>
              </a:rPr>
              <a:t>-  Migrate elasticity solver to PhysicsNeMo symbolic PDE API</a:t>
            </a:r>
            <a:endParaRPr lang="en-US" sz="3600" b="0" u="none" strike="noStrike">
              <a:solidFill>
                <a:srgbClr val="FFFFFF"/>
              </a:solidFill>
              <a:effectLst/>
              <a:uFillTx/>
              <a:latin typeface="Arial"/>
            </a:endParaRPr>
          </a:p>
          <a:p>
            <a:pPr>
              <a:lnSpc>
                <a:spcPct val="100000"/>
              </a:lnSpc>
              <a:spcBef>
                <a:spcPts val="150"/>
              </a:spcBef>
              <a:tabLst>
                <a:tab pos="0" algn="l"/>
              </a:tabLst>
            </a:pPr>
            <a:endParaRPr lang="en-US" sz="3600" b="0" u="none" strike="noStrike">
              <a:solidFill>
                <a:srgbClr val="FFFFFF"/>
              </a:solidFill>
              <a:effectLst/>
              <a:uFillTx/>
              <a:latin typeface="Arial"/>
            </a:endParaRPr>
          </a:p>
          <a:p>
            <a:pPr>
              <a:lnSpc>
                <a:spcPct val="100000"/>
              </a:lnSpc>
              <a:spcBef>
                <a:spcPts val="150"/>
              </a:spcBef>
              <a:tabLst>
                <a:tab pos="0" algn="l"/>
              </a:tabLst>
            </a:pPr>
            <a:r>
              <a:rPr lang="en-IN" sz="3600" b="0" u="none" strike="noStrike">
                <a:solidFill>
                  <a:srgbClr val="CCCCCC"/>
                </a:solidFill>
                <a:effectLst/>
                <a:uFillTx/>
                <a:latin typeface="Arial"/>
                <a:ea typeface="Arial"/>
              </a:rPr>
              <a:t>-  Add Navier-Stokes CFD PINN </a:t>
            </a:r>
            <a:endParaRPr lang="en-US" sz="3600" b="0" u="none" strike="noStrike">
              <a:solidFill>
                <a:srgbClr val="FFFFFF"/>
              </a:solidFill>
              <a:effectLst/>
              <a:uFillTx/>
              <a:latin typeface="Arial"/>
            </a:endParaRPr>
          </a:p>
          <a:p>
            <a:pPr>
              <a:lnSpc>
                <a:spcPct val="100000"/>
              </a:lnSpc>
              <a:spcBef>
                <a:spcPts val="150"/>
              </a:spcBef>
              <a:tabLst>
                <a:tab pos="0" algn="l"/>
              </a:tabLst>
            </a:pPr>
            <a:endParaRPr lang="en-US" sz="3600" b="0" u="none" strike="noStrike">
              <a:solidFill>
                <a:srgbClr val="FFFFFF"/>
              </a:solidFill>
              <a:effectLst/>
              <a:uFillTx/>
              <a:latin typeface="Arial"/>
            </a:endParaRPr>
          </a:p>
          <a:p>
            <a:pPr>
              <a:lnSpc>
                <a:spcPct val="100000"/>
              </a:lnSpc>
              <a:spcBef>
                <a:spcPts val="150"/>
              </a:spcBef>
              <a:tabLst>
                <a:tab pos="0" algn="l"/>
              </a:tabLst>
            </a:pPr>
            <a:r>
              <a:rPr lang="en-IN" sz="3600" b="0" u="none" strike="noStrike">
                <a:solidFill>
                  <a:srgbClr val="CCCCCC"/>
                </a:solidFill>
                <a:effectLst/>
                <a:uFillTx/>
                <a:latin typeface="Arial"/>
                <a:ea typeface="Arial"/>
              </a:rPr>
              <a:t>-  Add Heat Equation PINN for thermal hotspot detection</a:t>
            </a:r>
            <a:endParaRPr lang="en-US" sz="3600" b="0" u="none" strike="noStrike">
              <a:solidFill>
                <a:srgbClr val="FFFFFF"/>
              </a:solidFill>
              <a:effectLst/>
              <a:uFillTx/>
              <a:latin typeface="Arial"/>
            </a:endParaRPr>
          </a:p>
          <a:p>
            <a:pPr>
              <a:lnSpc>
                <a:spcPct val="100000"/>
              </a:lnSpc>
              <a:spcBef>
                <a:spcPts val="150"/>
              </a:spcBef>
              <a:tabLst>
                <a:tab pos="0" algn="l"/>
              </a:tabLst>
            </a:pPr>
            <a:endParaRPr lang="en-US" sz="3600" b="0" u="none" strike="noStrike">
              <a:solidFill>
                <a:srgbClr val="FFFFFF"/>
              </a:solidFill>
              <a:effectLst/>
              <a:uFillTx/>
              <a:latin typeface="Arial"/>
            </a:endParaRPr>
          </a:p>
          <a:p>
            <a:pPr>
              <a:lnSpc>
                <a:spcPct val="100000"/>
              </a:lnSpc>
              <a:spcBef>
                <a:spcPts val="150"/>
              </a:spcBef>
              <a:tabLst>
                <a:tab pos="0" algn="l"/>
              </a:tabLst>
            </a:pPr>
            <a:r>
              <a:rPr lang="en-IN" sz="3600" b="0" u="none" strike="noStrike">
                <a:solidFill>
                  <a:srgbClr val="CCCCCC"/>
                </a:solidFill>
                <a:effectLst/>
                <a:uFillTx/>
                <a:latin typeface="Arial"/>
                <a:ea typeface="Arial"/>
              </a:rPr>
              <a:t>-  [Agentic capability] Sensor fusion PINN  real-time IMU / thermocouple </a:t>
            </a:r>
            <a:endParaRPr lang="en-US" sz="3600" b="0" u="none" strike="noStrike">
              <a:solidFill>
                <a:srgbClr val="FFFFFF"/>
              </a:solidFill>
              <a:effectLst/>
              <a:uFillTx/>
              <a:latin typeface="Arial"/>
            </a:endParaRPr>
          </a:p>
          <a:p>
            <a:pPr>
              <a:lnSpc>
                <a:spcPct val="100000"/>
              </a:lnSpc>
              <a:spcBef>
                <a:spcPts val="150"/>
              </a:spcBef>
              <a:tabLst>
                <a:tab pos="0" algn="l"/>
              </a:tabLst>
            </a:pPr>
            <a:endParaRPr lang="en-US" sz="3600" b="0" u="none" strike="noStrike">
              <a:solidFill>
                <a:srgbClr val="FFFFFF"/>
              </a:solidFill>
              <a:effectLst/>
              <a:uFillTx/>
              <a:latin typeface="Arial"/>
            </a:endParaRPr>
          </a:p>
          <a:p>
            <a:pPr>
              <a:lnSpc>
                <a:spcPct val="100000"/>
              </a:lnSpc>
              <a:spcBef>
                <a:spcPts val="150"/>
              </a:spcBef>
              <a:tabLst>
                <a:tab pos="0" algn="l"/>
              </a:tabLst>
            </a:pPr>
            <a:r>
              <a:rPr lang="en-IN" sz="3600" b="0" u="none" strike="noStrike">
                <a:solidFill>
                  <a:srgbClr val="CCCCCC"/>
                </a:solidFill>
                <a:effectLst/>
                <a:uFillTx/>
                <a:latin typeface="Arial"/>
                <a:ea typeface="Arial"/>
              </a:rPr>
              <a:t>-  Fine-tune Gemma Family on FreeCAD Python corpus with NeMo</a:t>
            </a:r>
            <a:endParaRPr lang="en-US" sz="3600" b="0" u="none" strike="noStrike">
              <a:solidFill>
                <a:srgbClr val="FFFFFF"/>
              </a:solidFill>
              <a:effectLst/>
              <a:uFillTx/>
              <a:latin typeface="Arial"/>
            </a:endParaRPr>
          </a:p>
          <a:p>
            <a:pPr>
              <a:lnSpc>
                <a:spcPct val="100000"/>
              </a:lnSpc>
              <a:spcBef>
                <a:spcPts val="150"/>
              </a:spcBef>
              <a:tabLst>
                <a:tab pos="0" algn="l"/>
              </a:tabLst>
            </a:pPr>
            <a:endParaRPr lang="en-US" sz="3600" b="0" u="none" strike="noStrike">
              <a:solidFill>
                <a:srgbClr val="FFFFFF"/>
              </a:solidFill>
              <a:effectLst/>
              <a:uFillTx/>
              <a:latin typeface="Arial"/>
            </a:endParaRPr>
          </a:p>
          <a:p>
            <a:pPr>
              <a:lnSpc>
                <a:spcPct val="100000"/>
              </a:lnSpc>
              <a:spcBef>
                <a:spcPts val="150"/>
              </a:spcBef>
              <a:tabLst>
                <a:tab pos="0" algn="l"/>
              </a:tabLst>
            </a:pPr>
            <a:r>
              <a:rPr lang="en-IN" sz="3600" b="0" u="none" strike="noStrike">
                <a:solidFill>
                  <a:srgbClr val="CCCCCC"/>
                </a:solidFill>
                <a:effectLst/>
                <a:uFillTx/>
                <a:latin typeface="Arial"/>
                <a:ea typeface="Arial"/>
              </a:rPr>
              <a:t>-  Extended vocabulary: Part::Box, Part::Cut as BPE tokens</a:t>
            </a:r>
            <a:endParaRPr lang="en-US" sz="3600" b="0" u="none" strike="noStrike">
              <a:solidFill>
                <a:srgbClr val="FFFFFF"/>
              </a:solidFill>
              <a:effectLst/>
              <a:uFillTx/>
              <a:latin typeface="Arial"/>
            </a:endParaRPr>
          </a:p>
          <a:p>
            <a:pPr>
              <a:lnSpc>
                <a:spcPct val="100000"/>
              </a:lnSpc>
              <a:spcBef>
                <a:spcPts val="150"/>
              </a:spcBef>
              <a:tabLst>
                <a:tab pos="0" algn="l"/>
              </a:tabLst>
            </a:pPr>
            <a:endParaRPr lang="en-US" sz="3600" b="0" u="none" strike="noStrike">
              <a:solidFill>
                <a:srgbClr val="FFFFFF"/>
              </a:solidFill>
              <a:effectLst/>
              <a:uFillTx/>
              <a:latin typeface="Arial"/>
            </a:endParaRPr>
          </a:p>
          <a:p>
            <a:pPr>
              <a:lnSpc>
                <a:spcPct val="100000"/>
              </a:lnSpc>
              <a:spcBef>
                <a:spcPts val="150"/>
              </a:spcBef>
              <a:tabLst>
                <a:tab pos="0" algn="l"/>
              </a:tabLst>
            </a:pPr>
            <a:r>
              <a:rPr lang="en-IN" sz="3600" b="0" u="none" strike="noStrike">
                <a:solidFill>
                  <a:srgbClr val="CCCCCC"/>
                </a:solidFill>
                <a:effectLst/>
                <a:uFillTx/>
                <a:latin typeface="Arial"/>
                <a:ea typeface="Arial"/>
              </a:rPr>
              <a:t>- Impliment the agent to use 3 for now  PINNx and generate graphs overlays on 3D models and PDFs.</a:t>
            </a:r>
            <a:endParaRPr lang="en-US" sz="3600" b="0" u="none" strike="noStrike">
              <a:solidFill>
                <a:srgbClr val="FFFFFF"/>
              </a:solidFill>
              <a:effectLst/>
              <a:uFillTx/>
              <a:latin typeface="Arial"/>
            </a:endParaRPr>
          </a:p>
          <a:p>
            <a:pPr>
              <a:lnSpc>
                <a:spcPct val="100000"/>
              </a:lnSpc>
              <a:spcBef>
                <a:spcPts val="150"/>
              </a:spcBef>
              <a:tabLst>
                <a:tab pos="0" algn="l"/>
              </a:tabLst>
            </a:pPr>
            <a:endParaRPr lang="en-US" sz="3600" b="0" u="none" strike="noStrike">
              <a:solidFill>
                <a:srgbClr val="FFFFFF"/>
              </a:solidFill>
              <a:effectLst/>
              <a:uFillTx/>
              <a:latin typeface="Arial"/>
            </a:endParaRPr>
          </a:p>
          <a:p>
            <a:pPr>
              <a:lnSpc>
                <a:spcPct val="100000"/>
              </a:lnSpc>
              <a:spcBef>
                <a:spcPts val="150"/>
              </a:spcBef>
              <a:tabLst>
                <a:tab pos="0" algn="l"/>
              </a:tabLst>
            </a:pPr>
            <a:endParaRPr lang="en-US" sz="3600" b="0" u="none" strike="noStrike">
              <a:solidFill>
                <a:srgbClr val="FFFFFF"/>
              </a:solidFill>
              <a:effectLst/>
              <a:uFillTx/>
              <a:latin typeface="Arial"/>
            </a:endParaRPr>
          </a:p>
        </p:txBody>
      </p:sp>
      <p:sp>
        <p:nvSpPr>
          <p:cNvPr id="535" name=""/>
          <p:cNvSpPr/>
          <p:nvPr/>
        </p:nvSpPr>
        <p:spPr>
          <a:xfrm>
            <a:off x="1828800" y="685800"/>
            <a:ext cx="10743480" cy="27424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4800" b="0" u="none" strike="noStrike">
                <a:solidFill>
                  <a:srgbClr val="000000"/>
                </a:solidFill>
                <a:effectLst/>
                <a:uFillTx/>
                <a:latin typeface="Arial"/>
              </a:rPr>
              <a:t>Where we are at now.</a:t>
            </a:r>
            <a:endParaRPr lang="en-US" sz="4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36" name="Google Shape;464;p47"/>
          <p:cNvPicPr/>
          <p:nvPr/>
        </p:nvPicPr>
        <p:blipFill>
          <a:blip r:embed="rId1"/>
          <a:stretch/>
        </p:blipFill>
        <p:spPr>
          <a:xfrm>
            <a:off x="1031400" y="18639000"/>
            <a:ext cx="5215680" cy="1494720"/>
          </a:xfrm>
          <a:prstGeom prst="rect">
            <a:avLst/>
          </a:prstGeom>
          <a:noFill/>
          <a:ln w="0">
            <a:noFill/>
          </a:ln>
        </p:spPr>
      </p:pic>
      <p:sp>
        <p:nvSpPr>
          <p:cNvPr id="537" name="title"/>
          <p:cNvSpPr/>
          <p:nvPr/>
        </p:nvSpPr>
        <p:spPr>
          <a:xfrm>
            <a:off x="1398960" y="2166120"/>
            <a:ext cx="33252840" cy="1798560"/>
          </a:xfrm>
          <a:prstGeom prst="rect">
            <a:avLst/>
          </a:prstGeom>
          <a:noFill/>
          <a:ln w="0">
            <a:noFill/>
          </a:ln>
        </p:spPr>
        <p:style>
          <a:lnRef idx="0"/>
          <a:fillRef idx="0"/>
          <a:effectRef idx="0"/>
          <a:fontRef idx="minor"/>
        </p:style>
        <p:txBody>
          <a:bodyPr lIns="304920" tIns="152280" rIns="304920" bIns="152280" anchor="t">
            <a:normAutofit/>
          </a:bodyPr>
          <a:p>
            <a:pPr>
              <a:lnSpc>
                <a:spcPct val="100000"/>
              </a:lnSpc>
              <a:tabLst>
                <a:tab pos="0" algn="l"/>
              </a:tabLst>
            </a:pPr>
            <a:r>
              <a:rPr lang="en-IN" sz="5500" b="1" u="none" strike="noStrike">
                <a:solidFill>
                  <a:srgbClr val="FFFFFF"/>
                </a:solidFill>
                <a:effectLst/>
                <a:uFillTx/>
                <a:latin typeface="Arial"/>
                <a:ea typeface="Arial"/>
              </a:rPr>
              <a:t>System Architecture</a:t>
            </a:r>
            <a:endParaRPr lang="en-US" sz="5500" b="0" u="none" strike="noStrike">
              <a:solidFill>
                <a:srgbClr val="000000"/>
              </a:solidFill>
              <a:effectLst/>
              <a:uFillTx/>
              <a:latin typeface="Arial"/>
            </a:endParaRPr>
          </a:p>
        </p:txBody>
      </p:sp>
      <p:sp>
        <p:nvSpPr>
          <p:cNvPr id="538" name="nemoclaw"/>
          <p:cNvSpPr/>
          <p:nvPr/>
        </p:nvSpPr>
        <p:spPr>
          <a:xfrm>
            <a:off x="7315200" y="3629520"/>
            <a:ext cx="22598640" cy="1398600"/>
          </a:xfrm>
          <a:prstGeom prst="rect">
            <a:avLst/>
          </a:prstGeom>
          <a:solidFill>
            <a:srgbClr val="1A3A0A"/>
          </a:solidFill>
          <a:ln w="0">
            <a:noFill/>
          </a:ln>
        </p:spPr>
        <p:style>
          <a:lnRef idx="0"/>
          <a:fillRef idx="0"/>
          <a:effectRef idx="0"/>
          <a:fontRef idx="minor"/>
        </p:style>
        <p:txBody>
          <a:bodyPr lIns="304920" tIns="152280" rIns="304920" bIns="152280" anchor="t">
            <a:normAutofit/>
          </a:bodyPr>
          <a:p>
            <a:pPr>
              <a:lnSpc>
                <a:spcPct val="100000"/>
              </a:lnSpc>
              <a:spcBef>
                <a:spcPts val="300"/>
              </a:spcBef>
              <a:tabLst>
                <a:tab pos="0" algn="l"/>
              </a:tabLst>
            </a:pPr>
            <a:r>
              <a:rPr lang="en-IN" sz="2300" b="1" u="none" strike="noStrike">
                <a:solidFill>
                  <a:srgbClr val="FFFFFF"/>
                </a:solidFill>
                <a:effectLst/>
                <a:uFillTx/>
                <a:latin typeface="Arial"/>
                <a:ea typeface="Arial"/>
              </a:rPr>
              <a:t>NeMo Fine-tuned Gemma orchestrates, routes, generates FreeCAD Python</a:t>
            </a:r>
            <a:endParaRPr lang="en-US" sz="2300" b="0" u="none" strike="noStrike">
              <a:solidFill>
                <a:srgbClr val="FFFFFF"/>
              </a:solidFill>
              <a:effectLst/>
              <a:uFillTx/>
              <a:latin typeface="Arial"/>
            </a:endParaRPr>
          </a:p>
        </p:txBody>
      </p:sp>
      <p:sp>
        <p:nvSpPr>
          <p:cNvPr id="539" name="agent_0"/>
          <p:cNvSpPr/>
          <p:nvPr/>
        </p:nvSpPr>
        <p:spPr>
          <a:xfrm>
            <a:off x="1216080" y="6158880"/>
            <a:ext cx="10898640" cy="5498640"/>
          </a:xfrm>
          <a:prstGeom prst="rect">
            <a:avLst/>
          </a:prstGeom>
          <a:solidFill>
            <a:srgbClr val="0A1F3A"/>
          </a:solidFill>
          <a:ln w="0">
            <a:noFill/>
          </a:ln>
        </p:spPr>
        <p:style>
          <a:lnRef idx="0"/>
          <a:fillRef idx="0"/>
          <a:effectRef idx="0"/>
          <a:fontRef idx="minor"/>
        </p:style>
        <p:txBody>
          <a:bodyPr lIns="304920" tIns="152280" rIns="304920" bIns="152280" anchor="t">
            <a:normAutofit/>
          </a:bodyPr>
          <a:p>
            <a:pPr>
              <a:lnSpc>
                <a:spcPct val="100000"/>
              </a:lnSpc>
              <a:spcBef>
                <a:spcPts val="300"/>
              </a:spcBef>
              <a:tabLst>
                <a:tab pos="0" algn="l"/>
              </a:tabLst>
            </a:pPr>
            <a:r>
              <a:rPr lang="en-IN" sz="2800" b="1" u="none" strike="noStrike">
                <a:solidFill>
                  <a:srgbClr val="76B900"/>
                </a:solidFill>
                <a:effectLst/>
                <a:uFillTx/>
                <a:latin typeface="Arial"/>
                <a:ea typeface="Arial"/>
              </a:rPr>
              <a:t>CAD Agent</a:t>
            </a:r>
            <a:endParaRPr lang="en-US" sz="2800" b="0" u="none" strike="noStrike">
              <a:solidFill>
                <a:srgbClr val="FFFFFF"/>
              </a:solidFill>
              <a:effectLst/>
              <a:uFillTx/>
              <a:latin typeface="Arial"/>
            </a:endParaRPr>
          </a:p>
          <a:p>
            <a:pPr>
              <a:lnSpc>
                <a:spcPct val="100000"/>
              </a:lnSpc>
              <a:tabLst>
                <a:tab pos="0" algn="l"/>
              </a:tabLst>
            </a:pPr>
            <a:endParaRPr lang="en-US" sz="2800" b="0" u="none" strike="noStrike">
              <a:solidFill>
                <a:srgbClr val="FFFFFF"/>
              </a:solidFill>
              <a:effectLst/>
              <a:uFillTx/>
              <a:latin typeface="Arial"/>
            </a:endParaRPr>
          </a:p>
          <a:p>
            <a:pPr>
              <a:lnSpc>
                <a:spcPct val="100000"/>
              </a:lnSpc>
              <a:spcBef>
                <a:spcPts val="99"/>
              </a:spcBef>
              <a:tabLst>
                <a:tab pos="0" algn="l"/>
              </a:tabLst>
            </a:pPr>
            <a:r>
              <a:rPr lang="en-IN" sz="2800" b="0" u="none" strike="noStrike">
                <a:solidFill>
                  <a:srgbClr val="CCCCCC"/>
                </a:solidFill>
                <a:effectLst/>
                <a:uFillTx/>
                <a:latin typeface="Arial"/>
                <a:ea typeface="Arial"/>
              </a:rPr>
              <a:t>·  FreeCAD Python API</a:t>
            </a:r>
            <a:endParaRPr lang="en-US" sz="2800" b="0" u="none" strike="noStrike">
              <a:solidFill>
                <a:srgbClr val="FFFFFF"/>
              </a:solidFill>
              <a:effectLst/>
              <a:uFillTx/>
              <a:latin typeface="Arial"/>
            </a:endParaRPr>
          </a:p>
          <a:p>
            <a:pPr>
              <a:lnSpc>
                <a:spcPct val="100000"/>
              </a:lnSpc>
              <a:spcBef>
                <a:spcPts val="99"/>
              </a:spcBef>
              <a:tabLst>
                <a:tab pos="0" algn="l"/>
              </a:tabLst>
            </a:pPr>
            <a:r>
              <a:rPr lang="en-IN" sz="2800" b="0" u="none" strike="noStrike">
                <a:solidFill>
                  <a:srgbClr val="CCCCCC"/>
                </a:solidFill>
                <a:effectLst/>
                <a:uFillTx/>
                <a:latin typeface="Arial"/>
                <a:ea typeface="Arial"/>
              </a:rPr>
              <a:t>·  C++ OCCT geometry bridge</a:t>
            </a:r>
            <a:endParaRPr lang="en-US" sz="2800" b="0" u="none" strike="noStrike">
              <a:solidFill>
                <a:srgbClr val="FFFFFF"/>
              </a:solidFill>
              <a:effectLst/>
              <a:uFillTx/>
              <a:latin typeface="Arial"/>
            </a:endParaRPr>
          </a:p>
          <a:p>
            <a:pPr>
              <a:lnSpc>
                <a:spcPct val="100000"/>
              </a:lnSpc>
              <a:spcBef>
                <a:spcPts val="99"/>
              </a:spcBef>
              <a:tabLst>
                <a:tab pos="0" algn="l"/>
              </a:tabLst>
            </a:pPr>
            <a:r>
              <a:rPr lang="en-IN" sz="2800" b="0" u="none" strike="noStrike">
                <a:solidFill>
                  <a:srgbClr val="CCCCCC"/>
                </a:solidFill>
                <a:effectLst/>
                <a:uFillTx/>
                <a:latin typeface="Arial"/>
                <a:ea typeface="Arial"/>
              </a:rPr>
              <a:t>·  Boundary condition extractor</a:t>
            </a:r>
            <a:endParaRPr lang="en-US" sz="2800" b="0" u="none" strike="noStrike">
              <a:solidFill>
                <a:srgbClr val="FFFFFF"/>
              </a:solidFill>
              <a:effectLst/>
              <a:uFillTx/>
              <a:latin typeface="Arial"/>
            </a:endParaRPr>
          </a:p>
          <a:p>
            <a:pPr>
              <a:lnSpc>
                <a:spcPct val="100000"/>
              </a:lnSpc>
              <a:spcBef>
                <a:spcPts val="99"/>
              </a:spcBef>
              <a:tabLst>
                <a:tab pos="0" algn="l"/>
              </a:tabLst>
            </a:pPr>
            <a:r>
              <a:rPr lang="en-IN" sz="2800" b="0" u="none" strike="noStrike">
                <a:solidFill>
                  <a:srgbClr val="CCCCCC"/>
                </a:solidFill>
                <a:effectLst/>
                <a:uFillTx/>
                <a:latin typeface="Arial"/>
                <a:ea typeface="Arial"/>
              </a:rPr>
              <a:t>·  NeMo-fine-tuned Gemma 2B</a:t>
            </a:r>
            <a:endParaRPr lang="en-US" sz="2800" b="0" u="none" strike="noStrike">
              <a:solidFill>
                <a:srgbClr val="FFFFFF"/>
              </a:solidFill>
              <a:effectLst/>
              <a:uFillTx/>
              <a:latin typeface="Arial"/>
            </a:endParaRPr>
          </a:p>
        </p:txBody>
      </p:sp>
      <p:sp>
        <p:nvSpPr>
          <p:cNvPr id="540" name="agent_1"/>
          <p:cNvSpPr/>
          <p:nvPr/>
        </p:nvSpPr>
        <p:spPr>
          <a:xfrm>
            <a:off x="12573000" y="6158880"/>
            <a:ext cx="10898640" cy="5498640"/>
          </a:xfrm>
          <a:prstGeom prst="rect">
            <a:avLst/>
          </a:prstGeom>
          <a:solidFill>
            <a:srgbClr val="0D1F0D"/>
          </a:solidFill>
          <a:ln w="0">
            <a:noFill/>
          </a:ln>
        </p:spPr>
        <p:style>
          <a:lnRef idx="0"/>
          <a:fillRef idx="0"/>
          <a:effectRef idx="0"/>
          <a:fontRef idx="minor"/>
        </p:style>
        <p:txBody>
          <a:bodyPr lIns="304920" tIns="152280" rIns="304920" bIns="152280" anchor="t">
            <a:normAutofit/>
          </a:bodyPr>
          <a:p>
            <a:pPr>
              <a:lnSpc>
                <a:spcPct val="100000"/>
              </a:lnSpc>
              <a:spcBef>
                <a:spcPts val="300"/>
              </a:spcBef>
              <a:tabLst>
                <a:tab pos="0" algn="l"/>
              </a:tabLst>
            </a:pPr>
            <a:r>
              <a:rPr lang="en-IN" sz="2800" b="1" u="none" strike="noStrike">
                <a:solidFill>
                  <a:srgbClr val="76B900"/>
                </a:solidFill>
                <a:effectLst/>
                <a:uFillTx/>
                <a:latin typeface="Arial"/>
                <a:ea typeface="Arial"/>
              </a:rPr>
              <a:t>Physics Agent</a:t>
            </a:r>
            <a:endParaRPr lang="en-US" sz="2800" b="0" u="none" strike="noStrike">
              <a:solidFill>
                <a:srgbClr val="FFFFFF"/>
              </a:solidFill>
              <a:effectLst/>
              <a:uFillTx/>
              <a:latin typeface="Arial"/>
            </a:endParaRPr>
          </a:p>
          <a:p>
            <a:pPr>
              <a:lnSpc>
                <a:spcPct val="100000"/>
              </a:lnSpc>
              <a:tabLst>
                <a:tab pos="0" algn="l"/>
              </a:tabLst>
            </a:pPr>
            <a:endParaRPr lang="en-US" sz="2800" b="0" u="none" strike="noStrike">
              <a:solidFill>
                <a:srgbClr val="FFFFFF"/>
              </a:solidFill>
              <a:effectLst/>
              <a:uFillTx/>
              <a:latin typeface="Arial"/>
            </a:endParaRPr>
          </a:p>
          <a:p>
            <a:pPr>
              <a:lnSpc>
                <a:spcPct val="100000"/>
              </a:lnSpc>
              <a:spcBef>
                <a:spcPts val="99"/>
              </a:spcBef>
              <a:tabLst>
                <a:tab pos="0" algn="l"/>
              </a:tabLst>
            </a:pPr>
            <a:r>
              <a:rPr lang="en-IN" sz="2800" b="0" u="none" strike="noStrike">
                <a:solidFill>
                  <a:srgbClr val="CCCCCC"/>
                </a:solidFill>
                <a:effectLst/>
                <a:uFillTx/>
                <a:latin typeface="Arial"/>
                <a:ea typeface="Arial"/>
              </a:rPr>
              <a:t>PINNs</a:t>
            </a:r>
            <a:endParaRPr lang="en-US" sz="2800" b="0" u="none" strike="noStrike">
              <a:solidFill>
                <a:srgbClr val="FFFFFF"/>
              </a:solidFill>
              <a:effectLst/>
              <a:uFillTx/>
              <a:latin typeface="Arial"/>
            </a:endParaRPr>
          </a:p>
          <a:p>
            <a:pPr>
              <a:lnSpc>
                <a:spcPct val="100000"/>
              </a:lnSpc>
              <a:spcBef>
                <a:spcPts val="99"/>
              </a:spcBef>
              <a:tabLst>
                <a:tab pos="0" algn="l"/>
              </a:tabLst>
            </a:pPr>
            <a:r>
              <a:rPr lang="en-IN" sz="2800" b="0" u="none" strike="noStrike">
                <a:solidFill>
                  <a:srgbClr val="CCCCCC"/>
                </a:solidFill>
                <a:effectLst/>
                <a:uFillTx/>
                <a:latin typeface="Arial"/>
                <a:ea typeface="Arial"/>
              </a:rPr>
              <a:t>·  Elasticity · CFD · Thermal</a:t>
            </a:r>
            <a:endParaRPr lang="en-US" sz="2800" b="0" u="none" strike="noStrike">
              <a:solidFill>
                <a:srgbClr val="FFFFFF"/>
              </a:solidFill>
              <a:effectLst/>
              <a:uFillTx/>
              <a:latin typeface="Arial"/>
            </a:endParaRPr>
          </a:p>
          <a:p>
            <a:pPr>
              <a:lnSpc>
                <a:spcPct val="100000"/>
              </a:lnSpc>
              <a:spcBef>
                <a:spcPts val="99"/>
              </a:spcBef>
              <a:tabLst>
                <a:tab pos="0" algn="l"/>
              </a:tabLst>
            </a:pPr>
            <a:r>
              <a:rPr lang="en-IN" sz="2800" b="0" u="none" strike="noStrike">
                <a:solidFill>
                  <a:srgbClr val="CCCCCC"/>
                </a:solidFill>
                <a:effectLst/>
                <a:uFillTx/>
                <a:latin typeface="Arial"/>
                <a:ea typeface="Arial"/>
              </a:rPr>
              <a:t>·  Sensor fusion path</a:t>
            </a:r>
            <a:endParaRPr lang="en-US" sz="2800" b="0" u="none" strike="noStrike">
              <a:solidFill>
                <a:srgbClr val="FFFFFF"/>
              </a:solidFill>
              <a:effectLst/>
              <a:uFillTx/>
              <a:latin typeface="Arial"/>
            </a:endParaRPr>
          </a:p>
          <a:p>
            <a:pPr>
              <a:lnSpc>
                <a:spcPct val="100000"/>
              </a:lnSpc>
              <a:spcBef>
                <a:spcPts val="99"/>
              </a:spcBef>
              <a:tabLst>
                <a:tab pos="0" algn="l"/>
              </a:tabLst>
            </a:pPr>
            <a:r>
              <a:rPr lang="en-IN" sz="2800" b="0" u="none" strike="noStrike">
                <a:solidFill>
                  <a:srgbClr val="CCCCCC"/>
                </a:solidFill>
                <a:effectLst/>
                <a:uFillTx/>
                <a:latin typeface="Arial"/>
                <a:ea typeface="Arial"/>
              </a:rPr>
              <a:t>·  jax.vmap CUDA kernels</a:t>
            </a:r>
            <a:endParaRPr lang="en-US" sz="2800" b="0" u="none" strike="noStrike">
              <a:solidFill>
                <a:srgbClr val="FFFFFF"/>
              </a:solidFill>
              <a:effectLst/>
              <a:uFillTx/>
              <a:latin typeface="Arial"/>
            </a:endParaRPr>
          </a:p>
        </p:txBody>
      </p:sp>
      <p:sp>
        <p:nvSpPr>
          <p:cNvPr id="541" name="agent_2"/>
          <p:cNvSpPr/>
          <p:nvPr/>
        </p:nvSpPr>
        <p:spPr>
          <a:xfrm>
            <a:off x="24231600" y="6172200"/>
            <a:ext cx="10898640" cy="5498640"/>
          </a:xfrm>
          <a:prstGeom prst="rect">
            <a:avLst/>
          </a:prstGeom>
          <a:solidFill>
            <a:srgbClr val="2A1400"/>
          </a:solidFill>
          <a:ln w="0">
            <a:noFill/>
          </a:ln>
        </p:spPr>
        <p:style>
          <a:lnRef idx="0"/>
          <a:fillRef idx="0"/>
          <a:effectRef idx="0"/>
          <a:fontRef idx="minor"/>
        </p:style>
        <p:txBody>
          <a:bodyPr lIns="304920" tIns="152280" rIns="304920" bIns="152280" anchor="t">
            <a:normAutofit/>
          </a:bodyPr>
          <a:p>
            <a:pPr>
              <a:lnSpc>
                <a:spcPct val="100000"/>
              </a:lnSpc>
              <a:spcBef>
                <a:spcPts val="300"/>
              </a:spcBef>
              <a:tabLst>
                <a:tab pos="0" algn="l"/>
              </a:tabLst>
            </a:pPr>
            <a:r>
              <a:rPr lang="en-IN" sz="2800" b="1" u="none" strike="noStrike">
                <a:solidFill>
                  <a:srgbClr val="76B900"/>
                </a:solidFill>
                <a:effectLst/>
                <a:uFillTx/>
                <a:latin typeface="Arial"/>
                <a:ea typeface="Arial"/>
              </a:rPr>
              <a:t>Optimisation Agent</a:t>
            </a:r>
            <a:endParaRPr lang="en-US" sz="2800" b="0" u="none" strike="noStrike">
              <a:solidFill>
                <a:srgbClr val="FFFFFF"/>
              </a:solidFill>
              <a:effectLst/>
              <a:uFillTx/>
              <a:latin typeface="Arial"/>
            </a:endParaRPr>
          </a:p>
          <a:p>
            <a:pPr>
              <a:lnSpc>
                <a:spcPct val="100000"/>
              </a:lnSpc>
              <a:tabLst>
                <a:tab pos="0" algn="l"/>
              </a:tabLst>
            </a:pPr>
            <a:endParaRPr lang="en-US" sz="2800" b="0" u="none" strike="noStrike">
              <a:solidFill>
                <a:srgbClr val="FFFFFF"/>
              </a:solidFill>
              <a:effectLst/>
              <a:uFillTx/>
              <a:latin typeface="Arial"/>
            </a:endParaRPr>
          </a:p>
          <a:p>
            <a:pPr>
              <a:lnSpc>
                <a:spcPct val="100000"/>
              </a:lnSpc>
              <a:spcBef>
                <a:spcPts val="99"/>
              </a:spcBef>
              <a:tabLst>
                <a:tab pos="0" algn="l"/>
              </a:tabLst>
            </a:pPr>
            <a:r>
              <a:rPr lang="en-IN" sz="2800" b="0" u="none" strike="noStrike">
                <a:solidFill>
                  <a:srgbClr val="CCCCCC"/>
                </a:solidFill>
                <a:effectLst/>
                <a:uFillTx/>
                <a:latin typeface="Arial"/>
                <a:ea typeface="Arial"/>
              </a:rPr>
              <a:t>·  Reads PINN stress field</a:t>
            </a:r>
            <a:endParaRPr lang="en-US" sz="2800" b="0" u="none" strike="noStrike">
              <a:solidFill>
                <a:srgbClr val="FFFFFF"/>
              </a:solidFill>
              <a:effectLst/>
              <a:uFillTx/>
              <a:latin typeface="Arial"/>
            </a:endParaRPr>
          </a:p>
          <a:p>
            <a:pPr>
              <a:lnSpc>
                <a:spcPct val="100000"/>
              </a:lnSpc>
              <a:spcBef>
                <a:spcPts val="99"/>
              </a:spcBef>
              <a:tabLst>
                <a:tab pos="0" algn="l"/>
              </a:tabLst>
            </a:pPr>
            <a:r>
              <a:rPr lang="en-IN" sz="2800" b="0" u="none" strike="noStrike">
                <a:solidFill>
                  <a:srgbClr val="CCCCCC"/>
                </a:solidFill>
                <a:effectLst/>
                <a:uFillTx/>
                <a:latin typeface="Arial"/>
                <a:ea typeface="Arial"/>
              </a:rPr>
              <a:t>·  Finds weak points</a:t>
            </a:r>
            <a:endParaRPr lang="en-US" sz="2800" b="0" u="none" strike="noStrike">
              <a:solidFill>
                <a:srgbClr val="FFFFFF"/>
              </a:solidFill>
              <a:effectLst/>
              <a:uFillTx/>
              <a:latin typeface="Arial"/>
            </a:endParaRPr>
          </a:p>
          <a:p>
            <a:pPr>
              <a:lnSpc>
                <a:spcPct val="100000"/>
              </a:lnSpc>
              <a:spcBef>
                <a:spcPts val="99"/>
              </a:spcBef>
              <a:tabLst>
                <a:tab pos="0" algn="l"/>
              </a:tabLst>
            </a:pPr>
            <a:r>
              <a:rPr lang="en-IN" sz="2800" b="0" u="none" strike="noStrike">
                <a:solidFill>
                  <a:srgbClr val="CCCCCC"/>
                </a:solidFill>
                <a:effectLst/>
                <a:uFillTx/>
                <a:latin typeface="Arial"/>
                <a:ea typeface="Arial"/>
              </a:rPr>
              <a:t>·  Generates geometry fix</a:t>
            </a:r>
            <a:endParaRPr lang="en-US" sz="2800" b="0" u="none" strike="noStrike">
              <a:solidFill>
                <a:srgbClr val="FFFFFF"/>
              </a:solidFill>
              <a:effectLst/>
              <a:uFillTx/>
              <a:latin typeface="Arial"/>
            </a:endParaRPr>
          </a:p>
          <a:p>
            <a:pPr>
              <a:lnSpc>
                <a:spcPct val="100000"/>
              </a:lnSpc>
              <a:spcBef>
                <a:spcPts val="99"/>
              </a:spcBef>
              <a:tabLst>
                <a:tab pos="0" algn="l"/>
              </a:tabLst>
            </a:pPr>
            <a:r>
              <a:rPr lang="en-IN" sz="2800" b="0" u="none" strike="noStrike">
                <a:solidFill>
                  <a:srgbClr val="CCCCCC"/>
                </a:solidFill>
                <a:effectLst/>
                <a:uFillTx/>
                <a:latin typeface="Arial"/>
                <a:ea typeface="Arial"/>
              </a:rPr>
              <a:t>·  Routes back to CAD</a:t>
            </a:r>
            <a:endParaRPr lang="en-US" sz="2800" b="0" u="none" strike="noStrike">
              <a:solidFill>
                <a:srgbClr val="FFFFFF"/>
              </a:solidFill>
              <a:effectLst/>
              <a:uFillTx/>
              <a:latin typeface="Arial"/>
            </a:endParaRPr>
          </a:p>
        </p:txBody>
      </p:sp>
      <p:sp>
        <p:nvSpPr>
          <p:cNvPr id="542" name="loop"/>
          <p:cNvSpPr/>
          <p:nvPr/>
        </p:nvSpPr>
        <p:spPr>
          <a:xfrm>
            <a:off x="914400" y="12573000"/>
            <a:ext cx="33252840" cy="1498680"/>
          </a:xfrm>
          <a:prstGeom prst="rect">
            <a:avLst/>
          </a:prstGeom>
          <a:solidFill>
            <a:srgbClr val="0A0A0A"/>
          </a:solidFill>
          <a:ln w="0">
            <a:noFill/>
          </a:ln>
        </p:spPr>
        <p:style>
          <a:lnRef idx="0"/>
          <a:fillRef idx="0"/>
          <a:effectRef idx="0"/>
          <a:fontRef idx="minor"/>
        </p:style>
        <p:txBody>
          <a:bodyPr lIns="304920" tIns="152280" rIns="304920" bIns="152280" anchor="t">
            <a:normAutofit/>
          </a:bodyPr>
          <a:p>
            <a:pPr>
              <a:lnSpc>
                <a:spcPct val="100000"/>
              </a:lnSpc>
              <a:spcBef>
                <a:spcPts val="300"/>
              </a:spcBef>
              <a:tabLst>
                <a:tab pos="0" algn="l"/>
              </a:tabLst>
            </a:pPr>
            <a:r>
              <a:rPr lang="en-IN" sz="2400" b="1" u="none" strike="noStrike">
                <a:solidFill>
                  <a:srgbClr val="76B900"/>
                </a:solidFill>
                <a:effectLst/>
                <a:uFillTx/>
                <a:latin typeface="Arial"/>
                <a:ea typeface="Arial"/>
              </a:rPr>
              <a:t>Heatmap overlay in FreeCAD  →  stress &gt; limit: auto-patch  →  re-simulate  →  converge  + PDF Generation</a:t>
            </a:r>
            <a:endParaRPr lang="en-US" sz="2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3" name="Google Shape;499;p50"/>
          <p:cNvPicPr/>
          <p:nvPr/>
        </p:nvPicPr>
        <p:blipFill>
          <a:blip r:embed="rId1"/>
          <a:stretch/>
        </p:blipFill>
        <p:spPr>
          <a:xfrm>
            <a:off x="1031400" y="18639000"/>
            <a:ext cx="5215680" cy="149472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4" name="Google Shape;479;p48"/>
          <p:cNvPicPr/>
          <p:nvPr/>
        </p:nvPicPr>
        <p:blipFill>
          <a:blip r:embed="rId1"/>
          <a:stretch/>
        </p:blipFill>
        <p:spPr>
          <a:xfrm>
            <a:off x="1031400" y="18639000"/>
            <a:ext cx="5215680" cy="1494720"/>
          </a:xfrm>
          <a:prstGeom prst="rect">
            <a:avLst/>
          </a:prstGeom>
          <a:noFill/>
          <a:ln w="0">
            <a:noFill/>
          </a:ln>
        </p:spPr>
      </p:pic>
      <p:sp>
        <p:nvSpPr>
          <p:cNvPr id="545" name="title"/>
          <p:cNvSpPr/>
          <p:nvPr/>
        </p:nvSpPr>
        <p:spPr>
          <a:xfrm>
            <a:off x="1398960" y="2166120"/>
            <a:ext cx="33252840" cy="1798560"/>
          </a:xfrm>
          <a:prstGeom prst="rect">
            <a:avLst/>
          </a:prstGeom>
          <a:noFill/>
          <a:ln w="0">
            <a:noFill/>
          </a:ln>
        </p:spPr>
        <p:style>
          <a:lnRef idx="0"/>
          <a:fillRef idx="0"/>
          <a:effectRef idx="0"/>
          <a:fontRef idx="minor"/>
        </p:style>
        <p:txBody>
          <a:bodyPr lIns="304920" tIns="152280" rIns="304920" bIns="152280" anchor="t">
            <a:normAutofit/>
          </a:bodyPr>
          <a:p>
            <a:pPr>
              <a:lnSpc>
                <a:spcPct val="100000"/>
              </a:lnSpc>
              <a:tabLst>
                <a:tab pos="0" algn="l"/>
              </a:tabLst>
            </a:pPr>
            <a:r>
              <a:rPr lang="en-IN" sz="5500" b="1" u="none" strike="noStrike">
                <a:solidFill>
                  <a:srgbClr val="FFFFFF"/>
                </a:solidFill>
                <a:effectLst/>
                <a:uFillTx/>
                <a:latin typeface="Arial"/>
                <a:ea typeface="Arial"/>
              </a:rPr>
              <a:t>Fine-Tuning with NVIDIA NeMo — Track B</a:t>
            </a:r>
            <a:endParaRPr lang="en-US" sz="5500" b="0" u="none" strike="noStrike">
              <a:solidFill>
                <a:srgbClr val="000000"/>
              </a:solidFill>
              <a:effectLst/>
              <a:uFillTx/>
              <a:latin typeface="Arial"/>
            </a:endParaRPr>
          </a:p>
        </p:txBody>
      </p:sp>
      <p:sp>
        <p:nvSpPr>
          <p:cNvPr id="546" name="stage_0"/>
          <p:cNvSpPr/>
          <p:nvPr/>
        </p:nvSpPr>
        <p:spPr>
          <a:xfrm>
            <a:off x="1398960" y="5699880"/>
            <a:ext cx="16198560" cy="5498640"/>
          </a:xfrm>
          <a:prstGeom prst="rect">
            <a:avLst/>
          </a:prstGeom>
          <a:solidFill>
            <a:srgbClr val="131313"/>
          </a:solidFill>
          <a:ln w="0">
            <a:noFill/>
          </a:ln>
        </p:spPr>
        <p:style>
          <a:lnRef idx="0"/>
          <a:fillRef idx="0"/>
          <a:effectRef idx="0"/>
          <a:fontRef idx="minor"/>
        </p:style>
        <p:txBody>
          <a:bodyPr lIns="304920" tIns="152280" rIns="304920" bIns="152280" anchor="t">
            <a:normAutofit/>
          </a:bodyPr>
          <a:p>
            <a:pPr>
              <a:lnSpc>
                <a:spcPct val="100000"/>
              </a:lnSpc>
              <a:spcBef>
                <a:spcPts val="300"/>
              </a:spcBef>
              <a:tabLst>
                <a:tab pos="0" algn="l"/>
              </a:tabLst>
            </a:pPr>
            <a:r>
              <a:rPr lang="en-IN" sz="3600" b="1" u="none" strike="noStrike">
                <a:solidFill>
                  <a:srgbClr val="76B900"/>
                </a:solidFill>
                <a:effectLst/>
                <a:uFillTx/>
                <a:latin typeface="Arial"/>
                <a:ea typeface="Arial"/>
              </a:rPr>
              <a:t>1  Corpus construction</a:t>
            </a:r>
            <a:endParaRPr lang="en-US" sz="3600" b="0" u="none" strike="noStrike">
              <a:solidFill>
                <a:srgbClr val="FFFFFF"/>
              </a:solidFill>
              <a:effectLst/>
              <a:uFillTx/>
              <a:latin typeface="Arial"/>
            </a:endParaRPr>
          </a:p>
          <a:p>
            <a:pPr>
              <a:lnSpc>
                <a:spcPct val="100000"/>
              </a:lnSpc>
              <a:spcBef>
                <a:spcPts val="119"/>
              </a:spcBef>
              <a:tabLst>
                <a:tab pos="0" algn="l"/>
              </a:tabLst>
            </a:pPr>
            <a:r>
              <a:rPr lang="en-IN" sz="3600" b="0" u="none" strike="noStrike">
                <a:solidFill>
                  <a:srgbClr val="CCCCCC"/>
                </a:solidFill>
                <a:effectLst/>
                <a:uFillTx/>
                <a:latin typeface="Arial"/>
                <a:ea typeface="Arial"/>
              </a:rPr>
              <a:t>· FreeCAD Python macro dataset (Part::Box, Part::Cut, PartDesign::Pad)</a:t>
            </a:r>
            <a:endParaRPr lang="en-US" sz="3600" b="0" u="none" strike="noStrike">
              <a:solidFill>
                <a:srgbClr val="FFFFFF"/>
              </a:solidFill>
              <a:effectLst/>
              <a:uFillTx/>
              <a:latin typeface="Arial"/>
            </a:endParaRPr>
          </a:p>
          <a:p>
            <a:pPr>
              <a:lnSpc>
                <a:spcPct val="100000"/>
              </a:lnSpc>
              <a:spcBef>
                <a:spcPts val="119"/>
              </a:spcBef>
              <a:tabLst>
                <a:tab pos="0" algn="l"/>
              </a:tabLst>
            </a:pPr>
            <a:r>
              <a:rPr lang="en-IN" sz="3600" b="0" u="none" strike="noStrike">
                <a:solidFill>
                  <a:srgbClr val="CCCCCC"/>
                </a:solidFill>
                <a:effectLst/>
                <a:uFillTx/>
                <a:latin typeface="Arial"/>
                <a:ea typeface="Arial"/>
              </a:rPr>
              <a:t>· PINN loss functions, boundary condition specs, von Mises equations</a:t>
            </a:r>
            <a:endParaRPr lang="en-US" sz="3600" b="0" u="none" strike="noStrike">
              <a:solidFill>
                <a:srgbClr val="FFFFFF"/>
              </a:solidFill>
              <a:effectLst/>
              <a:uFillTx/>
              <a:latin typeface="Arial"/>
            </a:endParaRPr>
          </a:p>
          <a:p>
            <a:pPr>
              <a:lnSpc>
                <a:spcPct val="100000"/>
              </a:lnSpc>
              <a:spcBef>
                <a:spcPts val="119"/>
              </a:spcBef>
              <a:tabLst>
                <a:tab pos="0" algn="l"/>
              </a:tabLst>
            </a:pPr>
            <a:r>
              <a:rPr lang="en-IN" sz="3600" b="0" u="none" strike="noStrike">
                <a:solidFill>
                  <a:srgbClr val="CCCCCC"/>
                </a:solidFill>
                <a:effectLst/>
                <a:uFillTx/>
                <a:latin typeface="Arial"/>
                <a:ea typeface="Arial"/>
              </a:rPr>
              <a:t>· CAD-to-physics Q&amp;A pairs generated from existing FreeCAD + PINN outputs </a:t>
            </a:r>
            <a:endParaRPr lang="en-US" sz="3600" b="0" u="none" strike="noStrike">
              <a:solidFill>
                <a:srgbClr val="FFFFFF"/>
              </a:solidFill>
              <a:effectLst/>
              <a:uFillTx/>
              <a:latin typeface="Arial"/>
            </a:endParaRPr>
          </a:p>
          <a:p>
            <a:pPr>
              <a:lnSpc>
                <a:spcPct val="100000"/>
              </a:lnSpc>
              <a:spcBef>
                <a:spcPts val="119"/>
              </a:spcBef>
              <a:tabLst>
                <a:tab pos="0" algn="l"/>
              </a:tabLst>
            </a:pPr>
            <a:r>
              <a:rPr lang="en-IN" sz="3600" b="0" u="none" strike="noStrike">
                <a:solidFill>
                  <a:srgbClr val="CCCCCC"/>
                </a:solidFill>
                <a:effectLst/>
                <a:uFillTx/>
                <a:latin typeface="Arial"/>
                <a:ea typeface="Arial"/>
              </a:rPr>
              <a:t>And zero data methord used in this paper than can improve model fine tuning</a:t>
            </a:r>
            <a:r>
              <a:rPr lang="en-IN" sz="3600" b="0" u="none" strike="noStrike" baseline="33000">
                <a:solidFill>
                  <a:srgbClr val="CCCCCC"/>
                </a:solidFill>
                <a:effectLst/>
                <a:uFillTx/>
                <a:latin typeface="Arial"/>
                <a:ea typeface="Arial"/>
              </a:rPr>
              <a:t>[4]</a:t>
            </a:r>
            <a:endParaRPr lang="en-US" sz="3600" b="0" u="none" strike="noStrike">
              <a:solidFill>
                <a:srgbClr val="FFFFFF"/>
              </a:solidFill>
              <a:effectLst/>
              <a:uFillTx/>
              <a:latin typeface="Arial"/>
            </a:endParaRPr>
          </a:p>
        </p:txBody>
      </p:sp>
      <p:sp>
        <p:nvSpPr>
          <p:cNvPr id="547" name="stage_3"/>
          <p:cNvSpPr/>
          <p:nvPr/>
        </p:nvSpPr>
        <p:spPr>
          <a:xfrm>
            <a:off x="18398880" y="11700000"/>
            <a:ext cx="16198560" cy="5498640"/>
          </a:xfrm>
          <a:prstGeom prst="rect">
            <a:avLst/>
          </a:prstGeom>
          <a:solidFill>
            <a:srgbClr val="131313"/>
          </a:solidFill>
          <a:ln w="0">
            <a:noFill/>
          </a:ln>
        </p:spPr>
        <p:style>
          <a:lnRef idx="0"/>
          <a:fillRef idx="0"/>
          <a:effectRef idx="0"/>
          <a:fontRef idx="minor"/>
        </p:style>
        <p:txBody>
          <a:bodyPr lIns="304920" tIns="152280" rIns="304920" bIns="152280" anchor="t">
            <a:normAutofit/>
          </a:bodyPr>
          <a:p>
            <a:pPr>
              <a:lnSpc>
                <a:spcPct val="100000"/>
              </a:lnSpc>
              <a:spcBef>
                <a:spcPts val="300"/>
              </a:spcBef>
              <a:tabLst>
                <a:tab pos="0" algn="l"/>
              </a:tabLst>
            </a:pPr>
            <a:r>
              <a:rPr lang="en-IN" sz="3600" b="1" u="none" strike="noStrike">
                <a:solidFill>
                  <a:srgbClr val="76B900"/>
                </a:solidFill>
                <a:effectLst/>
                <a:uFillTx/>
                <a:latin typeface="Arial"/>
                <a:ea typeface="Arial"/>
              </a:rPr>
              <a:t>4  Precomputed skills and master-prompt (attention bias)</a:t>
            </a:r>
            <a:endParaRPr lang="en-US" sz="3600" b="0" u="none" strike="noStrike">
              <a:solidFill>
                <a:srgbClr val="FFFFFF"/>
              </a:solidFill>
              <a:effectLst/>
              <a:uFillTx/>
              <a:latin typeface="Arial"/>
            </a:endParaRPr>
          </a:p>
          <a:p>
            <a:pPr>
              <a:lnSpc>
                <a:spcPct val="100000"/>
              </a:lnSpc>
              <a:spcBef>
                <a:spcPts val="119"/>
              </a:spcBef>
              <a:tabLst>
                <a:tab pos="0" algn="l"/>
              </a:tabLst>
            </a:pPr>
            <a:r>
              <a:rPr lang="en-IN" sz="3600" b="0" u="none" strike="noStrike">
                <a:solidFill>
                  <a:srgbClr val="CCCCCC"/>
                </a:solidFill>
                <a:effectLst/>
                <a:uFillTx/>
                <a:latin typeface="Arial"/>
                <a:ea typeface="Arial"/>
              </a:rPr>
              <a:t>· System knowledge encoded as fixed self-attention weight bias on layer 1</a:t>
            </a:r>
            <a:endParaRPr lang="en-US" sz="3600" b="0" u="none" strike="noStrike">
              <a:solidFill>
                <a:srgbClr val="FFFFFF"/>
              </a:solidFill>
              <a:effectLst/>
              <a:uFillTx/>
              <a:latin typeface="Arial"/>
            </a:endParaRPr>
          </a:p>
          <a:p>
            <a:pPr>
              <a:lnSpc>
                <a:spcPct val="100000"/>
              </a:lnSpc>
              <a:spcBef>
                <a:spcPts val="119"/>
              </a:spcBef>
              <a:tabLst>
                <a:tab pos="0" algn="l"/>
              </a:tabLst>
            </a:pPr>
            <a:r>
              <a:rPr lang="en-IN" sz="3600" b="0" u="none" strike="noStrike">
                <a:solidFill>
                  <a:srgbClr val="CCCCCC"/>
                </a:solidFill>
                <a:effectLst/>
                <a:uFillTx/>
                <a:latin typeface="Arial"/>
                <a:ea typeface="Arial"/>
              </a:rPr>
              <a:t>· FreeCAD API reference decoded once at load time  never re-prompted</a:t>
            </a:r>
            <a:endParaRPr lang="en-US" sz="3600" b="0" u="none" strike="noStrike">
              <a:solidFill>
                <a:srgbClr val="FFFFFF"/>
              </a:solidFill>
              <a:effectLst/>
              <a:uFillTx/>
              <a:latin typeface="Arial"/>
            </a:endParaRPr>
          </a:p>
          <a:p>
            <a:pPr>
              <a:lnSpc>
                <a:spcPct val="100000"/>
              </a:lnSpc>
              <a:spcBef>
                <a:spcPts val="119"/>
              </a:spcBef>
              <a:tabLst>
                <a:tab pos="0" algn="l"/>
              </a:tabLst>
            </a:pPr>
            <a:r>
              <a:rPr lang="en-IN" sz="3600" b="0" u="none" strike="noStrike">
                <a:solidFill>
                  <a:srgbClr val="CCCCCC"/>
                </a:solidFill>
                <a:effectLst/>
                <a:uFillTx/>
                <a:latin typeface="Arial"/>
                <a:ea typeface="Arial"/>
              </a:rPr>
              <a:t>· Model carries context permanently without consuming inference budget</a:t>
            </a:r>
            <a:endParaRPr lang="en-US" sz="3600" b="0" u="none" strike="noStrike">
              <a:solidFill>
                <a:srgbClr val="FFFFFF"/>
              </a:solidFill>
              <a:effectLst/>
              <a:uFillTx/>
              <a:latin typeface="Arial"/>
            </a:endParaRPr>
          </a:p>
          <a:p>
            <a:pPr>
              <a:lnSpc>
                <a:spcPct val="100000"/>
              </a:lnSpc>
              <a:spcBef>
                <a:spcPts val="119"/>
              </a:spcBef>
              <a:tabLst>
                <a:tab pos="0" algn="l"/>
              </a:tabLst>
            </a:pPr>
            <a:r>
              <a:rPr lang="en-IN" sz="3600" b="0" u="none" strike="noStrike">
                <a:solidFill>
                  <a:srgbClr val="CCCCCC"/>
                </a:solidFill>
                <a:effectLst/>
                <a:uFillTx/>
                <a:latin typeface="Arial"/>
                <a:ea typeface="Arial"/>
              </a:rPr>
              <a:t>· Implemented in custom sC engine via logit pre-injection hook</a:t>
            </a:r>
            <a:endParaRPr lang="en-US" sz="3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8" name="Google Shape;493;p49"/>
          <p:cNvPicPr/>
          <p:nvPr/>
        </p:nvPicPr>
        <p:blipFill>
          <a:blip r:embed="rId1"/>
          <a:stretch/>
        </p:blipFill>
        <p:spPr>
          <a:xfrm>
            <a:off x="1031400" y="18639000"/>
            <a:ext cx="5215680" cy="1494720"/>
          </a:xfrm>
          <a:prstGeom prst="rect">
            <a:avLst/>
          </a:prstGeom>
          <a:noFill/>
          <a:ln w="0">
            <a:noFill/>
          </a:ln>
        </p:spPr>
      </p:pic>
      <p:sp>
        <p:nvSpPr>
          <p:cNvPr id="549" name="title"/>
          <p:cNvSpPr/>
          <p:nvPr/>
        </p:nvSpPr>
        <p:spPr>
          <a:xfrm>
            <a:off x="1398960" y="2166120"/>
            <a:ext cx="33252840" cy="1798560"/>
          </a:xfrm>
          <a:prstGeom prst="rect">
            <a:avLst/>
          </a:prstGeom>
          <a:noFill/>
          <a:ln w="0">
            <a:noFill/>
          </a:ln>
        </p:spPr>
        <p:style>
          <a:lnRef idx="0"/>
          <a:fillRef idx="0"/>
          <a:effectRef idx="0"/>
          <a:fontRef idx="minor"/>
        </p:style>
        <p:txBody>
          <a:bodyPr lIns="304920" tIns="152280" rIns="304920" bIns="152280" anchor="t">
            <a:normAutofit/>
          </a:bodyPr>
          <a:p>
            <a:pPr>
              <a:lnSpc>
                <a:spcPct val="100000"/>
              </a:lnSpc>
              <a:tabLst>
                <a:tab pos="0" algn="l"/>
              </a:tabLst>
            </a:pPr>
            <a:r>
              <a:rPr lang="en-IN" sz="5500" b="1" u="none" strike="noStrike">
                <a:solidFill>
                  <a:srgbClr val="FFFFFF"/>
                </a:solidFill>
                <a:effectLst/>
                <a:uFillTx/>
                <a:latin typeface="Arial"/>
                <a:ea typeface="Arial"/>
              </a:rPr>
              <a:t>The Demo — 90 Seconds, End-to-End</a:t>
            </a:r>
            <a:endParaRPr lang="en-US" sz="5500" b="0" u="none" strike="noStrike">
              <a:solidFill>
                <a:srgbClr val="000000"/>
              </a:solidFill>
              <a:effectLst/>
              <a:uFillTx/>
              <a:latin typeface="Arial"/>
            </a:endParaRPr>
          </a:p>
        </p:txBody>
      </p:sp>
      <p:sp>
        <p:nvSpPr>
          <p:cNvPr id="550" name="sub"/>
          <p:cNvSpPr/>
          <p:nvPr/>
        </p:nvSpPr>
        <p:spPr>
          <a:xfrm>
            <a:off x="1398960" y="4100040"/>
            <a:ext cx="33252840" cy="1398600"/>
          </a:xfrm>
          <a:prstGeom prst="rect">
            <a:avLst/>
          </a:prstGeom>
          <a:noFill/>
          <a:ln w="0">
            <a:noFill/>
          </a:ln>
        </p:spPr>
        <p:style>
          <a:lnRef idx="0"/>
          <a:fillRef idx="0"/>
          <a:effectRef idx="0"/>
          <a:fontRef idx="minor"/>
        </p:style>
        <p:txBody>
          <a:bodyPr lIns="304920" tIns="152280" rIns="304920" bIns="152280" anchor="t">
            <a:normAutofit/>
          </a:bodyPr>
          <a:p>
            <a:pPr>
              <a:lnSpc>
                <a:spcPct val="100000"/>
              </a:lnSpc>
              <a:tabLst>
                <a:tab pos="0" algn="l"/>
              </a:tabLst>
            </a:pPr>
            <a:r>
              <a:rPr lang="en-IN" sz="3000" b="1" u="none" strike="noStrike">
                <a:solidFill>
                  <a:srgbClr val="76B900"/>
                </a:solidFill>
                <a:effectLst/>
                <a:uFillTx/>
                <a:latin typeface="Arial"/>
                <a:ea typeface="Arial"/>
              </a:rPr>
              <a:t>"Design a drone arm bracket for 500N load and a heat sink for the nvidia jetson orin integrated to it”</a:t>
            </a:r>
            <a:endParaRPr lang="en-US" sz="3000" b="0" u="none" strike="noStrike">
              <a:solidFill>
                <a:srgbClr val="000000"/>
              </a:solidFill>
              <a:effectLst/>
              <a:uFillTx/>
              <a:latin typeface="Arial"/>
            </a:endParaRPr>
          </a:p>
        </p:txBody>
      </p:sp>
      <p:sp>
        <p:nvSpPr>
          <p:cNvPr id="551" name="num_0"/>
          <p:cNvSpPr/>
          <p:nvPr/>
        </p:nvSpPr>
        <p:spPr>
          <a:xfrm>
            <a:off x="1398960" y="5699880"/>
            <a:ext cx="1798560" cy="1998720"/>
          </a:xfrm>
          <a:prstGeom prst="rect">
            <a:avLst/>
          </a:prstGeom>
          <a:solidFill>
            <a:srgbClr val="1A5200"/>
          </a:solidFill>
          <a:ln w="0">
            <a:noFill/>
          </a:ln>
        </p:spPr>
        <p:style>
          <a:lnRef idx="0"/>
          <a:fillRef idx="0"/>
          <a:effectRef idx="0"/>
          <a:fontRef idx="minor"/>
        </p:style>
        <p:txBody>
          <a:bodyPr lIns="304920" tIns="152280" rIns="304920" bIns="152280" anchor="t">
            <a:normAutofit/>
          </a:bodyPr>
          <a:p>
            <a:pPr>
              <a:lnSpc>
                <a:spcPct val="100000"/>
              </a:lnSpc>
              <a:spcBef>
                <a:spcPts val="300"/>
              </a:spcBef>
              <a:tabLst>
                <a:tab pos="0" algn="l"/>
              </a:tabLst>
            </a:pPr>
            <a:r>
              <a:rPr lang="en-IN" sz="3200" b="1" u="none" strike="noStrike">
                <a:solidFill>
                  <a:srgbClr val="FFFFFF"/>
                </a:solidFill>
                <a:effectLst/>
                <a:uFillTx/>
                <a:latin typeface="Arial"/>
                <a:ea typeface="Arial"/>
              </a:rPr>
              <a:t>1</a:t>
            </a:r>
            <a:endParaRPr lang="en-US" sz="3200" b="0" u="none" strike="noStrike">
              <a:solidFill>
                <a:srgbClr val="FFFFFF"/>
              </a:solidFill>
              <a:effectLst/>
              <a:uFillTx/>
              <a:latin typeface="Arial"/>
            </a:endParaRPr>
          </a:p>
        </p:txBody>
      </p:sp>
      <p:sp>
        <p:nvSpPr>
          <p:cNvPr id="552" name="step_0"/>
          <p:cNvSpPr/>
          <p:nvPr/>
        </p:nvSpPr>
        <p:spPr>
          <a:xfrm>
            <a:off x="3499920" y="5699880"/>
            <a:ext cx="27998640" cy="1998720"/>
          </a:xfrm>
          <a:prstGeom prst="rect">
            <a:avLst/>
          </a:prstGeom>
          <a:solidFill>
            <a:srgbClr val="111111"/>
          </a:solidFill>
          <a:ln w="0">
            <a:noFill/>
          </a:ln>
        </p:spPr>
        <p:style>
          <a:lnRef idx="0"/>
          <a:fillRef idx="0"/>
          <a:effectRef idx="0"/>
          <a:fontRef idx="minor"/>
        </p:style>
        <p:txBody>
          <a:bodyPr lIns="304920" tIns="152280" rIns="304920" bIns="152280" anchor="t">
            <a:normAutofit/>
          </a:bodyPr>
          <a:p>
            <a:pPr>
              <a:lnSpc>
                <a:spcPct val="100000"/>
              </a:lnSpc>
              <a:spcBef>
                <a:spcPts val="201"/>
              </a:spcBef>
              <a:tabLst>
                <a:tab pos="0" algn="l"/>
              </a:tabLst>
            </a:pPr>
            <a:r>
              <a:rPr lang="en-IN" sz="2600" b="1" u="none" strike="noStrike">
                <a:solidFill>
                  <a:srgbClr val="FFFFFF"/>
                </a:solidFill>
                <a:effectLst/>
                <a:uFillTx/>
                <a:latin typeface="Arial"/>
                <a:ea typeface="Arial"/>
              </a:rPr>
              <a:t>Natural language → CAD</a:t>
            </a:r>
            <a:endParaRPr lang="en-US" sz="2600" b="0" u="none" strike="noStrike">
              <a:solidFill>
                <a:srgbClr val="FFFFFF"/>
              </a:solidFill>
              <a:effectLst/>
              <a:uFillTx/>
              <a:latin typeface="Arial"/>
            </a:endParaRPr>
          </a:p>
          <a:p>
            <a:pPr>
              <a:lnSpc>
                <a:spcPct val="100000"/>
              </a:lnSpc>
              <a:spcBef>
                <a:spcPts val="150"/>
              </a:spcBef>
              <a:tabLst>
                <a:tab pos="0" algn="l"/>
              </a:tabLst>
            </a:pPr>
            <a:r>
              <a:rPr lang="en-IN" sz="2000" b="0" u="none" strike="noStrike">
                <a:solidFill>
                  <a:srgbClr val="CCCCCC"/>
                </a:solidFill>
                <a:effectLst/>
                <a:uFillTx/>
                <a:latin typeface="Arial"/>
                <a:ea typeface="Arial"/>
              </a:rPr>
              <a:t>NeMo fine-tuned Gemma generates FreeCAD Python → parametric bracket appears in 3D viewport</a:t>
            </a:r>
            <a:endParaRPr lang="en-US" sz="2000" b="0" u="none" strike="noStrike">
              <a:solidFill>
                <a:srgbClr val="FFFFFF"/>
              </a:solidFill>
              <a:effectLst/>
              <a:uFillTx/>
              <a:latin typeface="Arial"/>
            </a:endParaRPr>
          </a:p>
        </p:txBody>
      </p:sp>
      <p:sp>
        <p:nvSpPr>
          <p:cNvPr id="553" name="time_0"/>
          <p:cNvSpPr/>
          <p:nvPr/>
        </p:nvSpPr>
        <p:spPr>
          <a:xfrm>
            <a:off x="32000040" y="5699880"/>
            <a:ext cx="2798640" cy="1998720"/>
          </a:xfrm>
          <a:prstGeom prst="rect">
            <a:avLst/>
          </a:prstGeom>
          <a:solidFill>
            <a:srgbClr val="0A2A00"/>
          </a:solidFill>
          <a:ln w="0">
            <a:noFill/>
          </a:ln>
        </p:spPr>
        <p:style>
          <a:lnRef idx="0"/>
          <a:fillRef idx="0"/>
          <a:effectRef idx="0"/>
          <a:fontRef idx="minor"/>
        </p:style>
        <p:txBody>
          <a:bodyPr lIns="304920" tIns="152280" rIns="304920" bIns="152280" anchor="t">
            <a:normAutofit/>
          </a:bodyPr>
          <a:p>
            <a:pPr>
              <a:lnSpc>
                <a:spcPct val="100000"/>
              </a:lnSpc>
              <a:spcBef>
                <a:spcPts val="349"/>
              </a:spcBef>
              <a:tabLst>
                <a:tab pos="0" algn="l"/>
              </a:tabLst>
            </a:pPr>
            <a:r>
              <a:rPr lang="en-IN" sz="2200" b="1" u="none" strike="noStrike">
                <a:solidFill>
                  <a:srgbClr val="76B900"/>
                </a:solidFill>
                <a:effectLst/>
                <a:uFillTx/>
                <a:latin typeface="Arial"/>
                <a:ea typeface="Arial"/>
              </a:rPr>
              <a:t>~10s</a:t>
            </a:r>
            <a:endParaRPr lang="en-US" sz="2200" b="0" u="none" strike="noStrike">
              <a:solidFill>
                <a:srgbClr val="FFFFFF"/>
              </a:solidFill>
              <a:effectLst/>
              <a:uFillTx/>
              <a:latin typeface="Arial"/>
            </a:endParaRPr>
          </a:p>
        </p:txBody>
      </p:sp>
      <p:sp>
        <p:nvSpPr>
          <p:cNvPr id="554" name="num_1"/>
          <p:cNvSpPr/>
          <p:nvPr/>
        </p:nvSpPr>
        <p:spPr>
          <a:xfrm>
            <a:off x="1398960" y="8200080"/>
            <a:ext cx="1798560" cy="1998720"/>
          </a:xfrm>
          <a:prstGeom prst="rect">
            <a:avLst/>
          </a:prstGeom>
          <a:solidFill>
            <a:srgbClr val="1A5200"/>
          </a:solidFill>
          <a:ln w="0">
            <a:noFill/>
          </a:ln>
        </p:spPr>
        <p:style>
          <a:lnRef idx="0"/>
          <a:fillRef idx="0"/>
          <a:effectRef idx="0"/>
          <a:fontRef idx="minor"/>
        </p:style>
        <p:txBody>
          <a:bodyPr lIns="304920" tIns="152280" rIns="304920" bIns="152280" anchor="t">
            <a:normAutofit/>
          </a:bodyPr>
          <a:p>
            <a:pPr>
              <a:lnSpc>
                <a:spcPct val="100000"/>
              </a:lnSpc>
              <a:spcBef>
                <a:spcPts val="300"/>
              </a:spcBef>
              <a:tabLst>
                <a:tab pos="0" algn="l"/>
              </a:tabLst>
            </a:pPr>
            <a:r>
              <a:rPr lang="en-IN" sz="3200" b="1" u="none" strike="noStrike">
                <a:solidFill>
                  <a:srgbClr val="FFFFFF"/>
                </a:solidFill>
                <a:effectLst/>
                <a:uFillTx/>
                <a:latin typeface="Arial"/>
                <a:ea typeface="Arial"/>
              </a:rPr>
              <a:t>2</a:t>
            </a:r>
            <a:endParaRPr lang="en-US" sz="3200" b="0" u="none" strike="noStrike">
              <a:solidFill>
                <a:srgbClr val="FFFFFF"/>
              </a:solidFill>
              <a:effectLst/>
              <a:uFillTx/>
              <a:latin typeface="Arial"/>
            </a:endParaRPr>
          </a:p>
        </p:txBody>
      </p:sp>
      <p:sp>
        <p:nvSpPr>
          <p:cNvPr id="555" name="step_1"/>
          <p:cNvSpPr/>
          <p:nvPr/>
        </p:nvSpPr>
        <p:spPr>
          <a:xfrm>
            <a:off x="3499920" y="8200080"/>
            <a:ext cx="27998640" cy="1998720"/>
          </a:xfrm>
          <a:prstGeom prst="rect">
            <a:avLst/>
          </a:prstGeom>
          <a:solidFill>
            <a:srgbClr val="111111"/>
          </a:solidFill>
          <a:ln w="0">
            <a:noFill/>
          </a:ln>
        </p:spPr>
        <p:style>
          <a:lnRef idx="0"/>
          <a:fillRef idx="0"/>
          <a:effectRef idx="0"/>
          <a:fontRef idx="minor"/>
        </p:style>
        <p:txBody>
          <a:bodyPr lIns="304920" tIns="152280" rIns="304920" bIns="152280" anchor="t">
            <a:normAutofit/>
          </a:bodyPr>
          <a:p>
            <a:pPr>
              <a:lnSpc>
                <a:spcPct val="100000"/>
              </a:lnSpc>
              <a:spcBef>
                <a:spcPts val="201"/>
              </a:spcBef>
              <a:tabLst>
                <a:tab pos="0" algn="l"/>
              </a:tabLst>
            </a:pPr>
            <a:r>
              <a:rPr lang="en-IN" sz="2600" b="1" u="none" strike="noStrike">
                <a:solidFill>
                  <a:srgbClr val="FFFFFF"/>
                </a:solidFill>
                <a:effectLst/>
                <a:uFillTx/>
                <a:latin typeface="Arial"/>
                <a:ea typeface="Arial"/>
              </a:rPr>
              <a:t>PINN trains on geometry</a:t>
            </a:r>
            <a:endParaRPr lang="en-US" sz="2600" b="0" u="none" strike="noStrike">
              <a:solidFill>
                <a:srgbClr val="FFFFFF"/>
              </a:solidFill>
              <a:effectLst/>
              <a:uFillTx/>
              <a:latin typeface="Arial"/>
            </a:endParaRPr>
          </a:p>
          <a:p>
            <a:pPr>
              <a:lnSpc>
                <a:spcPct val="100000"/>
              </a:lnSpc>
              <a:spcBef>
                <a:spcPts val="150"/>
              </a:spcBef>
              <a:tabLst>
                <a:tab pos="0" algn="l"/>
              </a:tabLst>
            </a:pPr>
            <a:r>
              <a:rPr lang="en-IN" sz="2000" b="0" u="none" strike="noStrike">
                <a:solidFill>
                  <a:srgbClr val="CCCCCC"/>
                </a:solidFill>
                <a:effectLst/>
                <a:uFillTx/>
                <a:latin typeface="Arial"/>
                <a:ea typeface="Arial"/>
              </a:rPr>
              <a:t>PhysicsNeMo elasticity solver samples 256 collocation points from C++ OCCT bridge → loss convergence</a:t>
            </a:r>
            <a:endParaRPr lang="en-US" sz="2000" b="0" u="none" strike="noStrike">
              <a:solidFill>
                <a:srgbClr val="FFFFFF"/>
              </a:solidFill>
              <a:effectLst/>
              <a:uFillTx/>
              <a:latin typeface="Arial"/>
            </a:endParaRPr>
          </a:p>
        </p:txBody>
      </p:sp>
      <p:sp>
        <p:nvSpPr>
          <p:cNvPr id="556" name="time_1"/>
          <p:cNvSpPr/>
          <p:nvPr/>
        </p:nvSpPr>
        <p:spPr>
          <a:xfrm>
            <a:off x="32000040" y="8200080"/>
            <a:ext cx="2798640" cy="1998720"/>
          </a:xfrm>
          <a:prstGeom prst="rect">
            <a:avLst/>
          </a:prstGeom>
          <a:solidFill>
            <a:srgbClr val="0A2A00"/>
          </a:solidFill>
          <a:ln w="0">
            <a:noFill/>
          </a:ln>
        </p:spPr>
        <p:style>
          <a:lnRef idx="0"/>
          <a:fillRef idx="0"/>
          <a:effectRef idx="0"/>
          <a:fontRef idx="minor"/>
        </p:style>
        <p:txBody>
          <a:bodyPr lIns="304920" tIns="152280" rIns="304920" bIns="152280" anchor="t">
            <a:normAutofit/>
          </a:bodyPr>
          <a:p>
            <a:pPr>
              <a:lnSpc>
                <a:spcPct val="100000"/>
              </a:lnSpc>
              <a:spcBef>
                <a:spcPts val="349"/>
              </a:spcBef>
              <a:tabLst>
                <a:tab pos="0" algn="l"/>
              </a:tabLst>
            </a:pPr>
            <a:r>
              <a:rPr lang="en-IN" sz="2200" b="1" u="none" strike="noStrike">
                <a:solidFill>
                  <a:srgbClr val="76B900"/>
                </a:solidFill>
                <a:effectLst/>
                <a:uFillTx/>
                <a:latin typeface="Arial"/>
                <a:ea typeface="Arial"/>
              </a:rPr>
              <a:t>~35s</a:t>
            </a:r>
            <a:endParaRPr lang="en-US" sz="2200" b="0" u="none" strike="noStrike">
              <a:solidFill>
                <a:srgbClr val="FFFFFF"/>
              </a:solidFill>
              <a:effectLst/>
              <a:uFillTx/>
              <a:latin typeface="Arial"/>
            </a:endParaRPr>
          </a:p>
        </p:txBody>
      </p:sp>
      <p:sp>
        <p:nvSpPr>
          <p:cNvPr id="557" name="num_2"/>
          <p:cNvSpPr/>
          <p:nvPr/>
        </p:nvSpPr>
        <p:spPr>
          <a:xfrm>
            <a:off x="1398960" y="10699920"/>
            <a:ext cx="1798560" cy="1998720"/>
          </a:xfrm>
          <a:prstGeom prst="rect">
            <a:avLst/>
          </a:prstGeom>
          <a:solidFill>
            <a:srgbClr val="1A5200"/>
          </a:solidFill>
          <a:ln w="0">
            <a:noFill/>
          </a:ln>
        </p:spPr>
        <p:style>
          <a:lnRef idx="0"/>
          <a:fillRef idx="0"/>
          <a:effectRef idx="0"/>
          <a:fontRef idx="minor"/>
        </p:style>
        <p:txBody>
          <a:bodyPr lIns="304920" tIns="152280" rIns="304920" bIns="152280" anchor="t">
            <a:normAutofit/>
          </a:bodyPr>
          <a:p>
            <a:pPr>
              <a:lnSpc>
                <a:spcPct val="100000"/>
              </a:lnSpc>
              <a:spcBef>
                <a:spcPts val="300"/>
              </a:spcBef>
              <a:tabLst>
                <a:tab pos="0" algn="l"/>
              </a:tabLst>
            </a:pPr>
            <a:r>
              <a:rPr lang="en-IN" sz="3200" b="1" u="none" strike="noStrike">
                <a:solidFill>
                  <a:srgbClr val="FFFFFF"/>
                </a:solidFill>
                <a:effectLst/>
                <a:uFillTx/>
                <a:latin typeface="Arial"/>
                <a:ea typeface="Arial"/>
              </a:rPr>
              <a:t>3</a:t>
            </a:r>
            <a:endParaRPr lang="en-US" sz="3200" b="0" u="none" strike="noStrike">
              <a:solidFill>
                <a:srgbClr val="FFFFFF"/>
              </a:solidFill>
              <a:effectLst/>
              <a:uFillTx/>
              <a:latin typeface="Arial"/>
            </a:endParaRPr>
          </a:p>
        </p:txBody>
      </p:sp>
      <p:sp>
        <p:nvSpPr>
          <p:cNvPr id="558" name="step_2"/>
          <p:cNvSpPr/>
          <p:nvPr/>
        </p:nvSpPr>
        <p:spPr>
          <a:xfrm>
            <a:off x="3499920" y="10699920"/>
            <a:ext cx="27998640" cy="1998720"/>
          </a:xfrm>
          <a:prstGeom prst="rect">
            <a:avLst/>
          </a:prstGeom>
          <a:solidFill>
            <a:srgbClr val="111111"/>
          </a:solidFill>
          <a:ln w="0">
            <a:noFill/>
          </a:ln>
        </p:spPr>
        <p:style>
          <a:lnRef idx="0"/>
          <a:fillRef idx="0"/>
          <a:effectRef idx="0"/>
          <a:fontRef idx="minor"/>
        </p:style>
        <p:txBody>
          <a:bodyPr lIns="304920" tIns="152280" rIns="304920" bIns="152280" anchor="t">
            <a:normAutofit/>
          </a:bodyPr>
          <a:p>
            <a:pPr>
              <a:lnSpc>
                <a:spcPct val="100000"/>
              </a:lnSpc>
              <a:spcBef>
                <a:spcPts val="201"/>
              </a:spcBef>
              <a:tabLst>
                <a:tab pos="0" algn="l"/>
              </a:tabLst>
            </a:pPr>
            <a:r>
              <a:rPr lang="en-IN" sz="2600" b="1" u="none" strike="noStrike">
                <a:solidFill>
                  <a:srgbClr val="FFFFFF"/>
                </a:solidFill>
                <a:effectLst/>
                <a:uFillTx/>
                <a:latin typeface="Arial"/>
                <a:ea typeface="Arial"/>
              </a:rPr>
              <a:t>Stress heatmap overlay</a:t>
            </a:r>
            <a:endParaRPr lang="en-US" sz="2600" b="0" u="none" strike="noStrike">
              <a:solidFill>
                <a:srgbClr val="FFFFFF"/>
              </a:solidFill>
              <a:effectLst/>
              <a:uFillTx/>
              <a:latin typeface="Arial"/>
            </a:endParaRPr>
          </a:p>
          <a:p>
            <a:pPr>
              <a:lnSpc>
                <a:spcPct val="100000"/>
              </a:lnSpc>
              <a:spcBef>
                <a:spcPts val="150"/>
              </a:spcBef>
              <a:tabLst>
                <a:tab pos="0" algn="l"/>
              </a:tabLst>
            </a:pPr>
            <a:r>
              <a:rPr lang="en-IN" sz="2000" b="0" u="none" strike="noStrike">
                <a:solidFill>
                  <a:srgbClr val="CCCCCC"/>
                </a:solidFill>
                <a:effectLst/>
                <a:uFillTx/>
                <a:latin typeface="Arial"/>
                <a:ea typeface="Arial"/>
              </a:rPr>
              <a:t>Von Mises σ map rendered on viewport via coin3d — red marker at stress concentration (SF=1.2)</a:t>
            </a:r>
            <a:endParaRPr lang="en-US" sz="2000" b="0" u="none" strike="noStrike">
              <a:solidFill>
                <a:srgbClr val="FFFFFF"/>
              </a:solidFill>
              <a:effectLst/>
              <a:uFillTx/>
              <a:latin typeface="Arial"/>
            </a:endParaRPr>
          </a:p>
        </p:txBody>
      </p:sp>
      <p:sp>
        <p:nvSpPr>
          <p:cNvPr id="559" name="time_2"/>
          <p:cNvSpPr/>
          <p:nvPr/>
        </p:nvSpPr>
        <p:spPr>
          <a:xfrm>
            <a:off x="32000040" y="10699920"/>
            <a:ext cx="2798640" cy="1998720"/>
          </a:xfrm>
          <a:prstGeom prst="rect">
            <a:avLst/>
          </a:prstGeom>
          <a:solidFill>
            <a:srgbClr val="0A2A00"/>
          </a:solidFill>
          <a:ln w="0">
            <a:noFill/>
          </a:ln>
        </p:spPr>
        <p:style>
          <a:lnRef idx="0"/>
          <a:fillRef idx="0"/>
          <a:effectRef idx="0"/>
          <a:fontRef idx="minor"/>
        </p:style>
        <p:txBody>
          <a:bodyPr lIns="304920" tIns="152280" rIns="304920" bIns="152280" anchor="t">
            <a:normAutofit/>
          </a:bodyPr>
          <a:p>
            <a:pPr>
              <a:lnSpc>
                <a:spcPct val="100000"/>
              </a:lnSpc>
              <a:spcBef>
                <a:spcPts val="349"/>
              </a:spcBef>
              <a:tabLst>
                <a:tab pos="0" algn="l"/>
              </a:tabLst>
            </a:pPr>
            <a:r>
              <a:rPr lang="en-IN" sz="2200" b="1" u="none" strike="noStrike">
                <a:solidFill>
                  <a:srgbClr val="76B900"/>
                </a:solidFill>
                <a:effectLst/>
                <a:uFillTx/>
                <a:latin typeface="Arial"/>
                <a:ea typeface="Arial"/>
              </a:rPr>
              <a:t>~5s</a:t>
            </a:r>
            <a:endParaRPr lang="en-US" sz="2200" b="0" u="none" strike="noStrike">
              <a:solidFill>
                <a:srgbClr val="FFFFFF"/>
              </a:solidFill>
              <a:effectLst/>
              <a:uFillTx/>
              <a:latin typeface="Arial"/>
            </a:endParaRPr>
          </a:p>
        </p:txBody>
      </p:sp>
      <p:sp>
        <p:nvSpPr>
          <p:cNvPr id="560" name="num_3"/>
          <p:cNvSpPr/>
          <p:nvPr/>
        </p:nvSpPr>
        <p:spPr>
          <a:xfrm>
            <a:off x="1398960" y="13200120"/>
            <a:ext cx="1798560" cy="1998720"/>
          </a:xfrm>
          <a:prstGeom prst="rect">
            <a:avLst/>
          </a:prstGeom>
          <a:solidFill>
            <a:srgbClr val="1A5200"/>
          </a:solidFill>
          <a:ln w="0">
            <a:noFill/>
          </a:ln>
        </p:spPr>
        <p:style>
          <a:lnRef idx="0"/>
          <a:fillRef idx="0"/>
          <a:effectRef idx="0"/>
          <a:fontRef idx="minor"/>
        </p:style>
        <p:txBody>
          <a:bodyPr lIns="304920" tIns="152280" rIns="304920" bIns="152280" anchor="t">
            <a:normAutofit/>
          </a:bodyPr>
          <a:p>
            <a:pPr>
              <a:lnSpc>
                <a:spcPct val="100000"/>
              </a:lnSpc>
              <a:spcBef>
                <a:spcPts val="300"/>
              </a:spcBef>
              <a:tabLst>
                <a:tab pos="0" algn="l"/>
              </a:tabLst>
            </a:pPr>
            <a:r>
              <a:rPr lang="en-IN" sz="3200" b="1" u="none" strike="noStrike">
                <a:solidFill>
                  <a:srgbClr val="FFFFFF"/>
                </a:solidFill>
                <a:effectLst/>
                <a:uFillTx/>
                <a:latin typeface="Arial"/>
                <a:ea typeface="Arial"/>
              </a:rPr>
              <a:t>4</a:t>
            </a:r>
            <a:endParaRPr lang="en-US" sz="3200" b="0" u="none" strike="noStrike">
              <a:solidFill>
                <a:srgbClr val="FFFFFF"/>
              </a:solidFill>
              <a:effectLst/>
              <a:uFillTx/>
              <a:latin typeface="Arial"/>
            </a:endParaRPr>
          </a:p>
        </p:txBody>
      </p:sp>
      <p:sp>
        <p:nvSpPr>
          <p:cNvPr id="561" name="step_3"/>
          <p:cNvSpPr/>
          <p:nvPr/>
        </p:nvSpPr>
        <p:spPr>
          <a:xfrm>
            <a:off x="3499920" y="13200120"/>
            <a:ext cx="27998640" cy="1998720"/>
          </a:xfrm>
          <a:prstGeom prst="rect">
            <a:avLst/>
          </a:prstGeom>
          <a:solidFill>
            <a:srgbClr val="111111"/>
          </a:solidFill>
          <a:ln w="0">
            <a:noFill/>
          </a:ln>
        </p:spPr>
        <p:style>
          <a:lnRef idx="0"/>
          <a:fillRef idx="0"/>
          <a:effectRef idx="0"/>
          <a:fontRef idx="minor"/>
        </p:style>
        <p:txBody>
          <a:bodyPr lIns="304920" tIns="152280" rIns="304920" bIns="152280" anchor="t">
            <a:normAutofit/>
          </a:bodyPr>
          <a:p>
            <a:pPr>
              <a:lnSpc>
                <a:spcPct val="100000"/>
              </a:lnSpc>
              <a:spcBef>
                <a:spcPts val="201"/>
              </a:spcBef>
              <a:tabLst>
                <a:tab pos="0" algn="l"/>
              </a:tabLst>
            </a:pPr>
            <a:r>
              <a:rPr lang="en-IN" sz="2600" b="1" u="none" strike="noStrike">
                <a:solidFill>
                  <a:srgbClr val="FFFFFF"/>
                </a:solidFill>
                <a:effectLst/>
                <a:uFillTx/>
                <a:latin typeface="Arial"/>
                <a:ea typeface="Arial"/>
              </a:rPr>
              <a:t>Agent auto-patches</a:t>
            </a:r>
            <a:endParaRPr lang="en-US" sz="2600" b="0" u="none" strike="noStrike">
              <a:solidFill>
                <a:srgbClr val="FFFFFF"/>
              </a:solidFill>
              <a:effectLst/>
              <a:uFillTx/>
              <a:latin typeface="Arial"/>
            </a:endParaRPr>
          </a:p>
          <a:p>
            <a:pPr>
              <a:lnSpc>
                <a:spcPct val="100000"/>
              </a:lnSpc>
              <a:spcBef>
                <a:spcPts val="150"/>
              </a:spcBef>
              <a:tabLst>
                <a:tab pos="0" algn="l"/>
              </a:tabLst>
            </a:pPr>
            <a:r>
              <a:rPr lang="en-IN" sz="2000" b="0" u="none" strike="noStrike">
                <a:solidFill>
                  <a:srgbClr val="CCCCCC"/>
                </a:solidFill>
                <a:effectLst/>
                <a:uFillTx/>
                <a:latin typeface="Arial"/>
                <a:ea typeface="Arial"/>
              </a:rPr>
              <a:t>Gemma reads PINN result → generates gusset + fillet code → geometry updates → SF now 2.4</a:t>
            </a:r>
            <a:endParaRPr lang="en-US" sz="2000" b="0" u="none" strike="noStrike">
              <a:solidFill>
                <a:srgbClr val="FFFFFF"/>
              </a:solidFill>
              <a:effectLst/>
              <a:uFillTx/>
              <a:latin typeface="Arial"/>
            </a:endParaRPr>
          </a:p>
        </p:txBody>
      </p:sp>
      <p:sp>
        <p:nvSpPr>
          <p:cNvPr id="562" name="time_3"/>
          <p:cNvSpPr/>
          <p:nvPr/>
        </p:nvSpPr>
        <p:spPr>
          <a:xfrm>
            <a:off x="32000040" y="13200120"/>
            <a:ext cx="2798640" cy="1998720"/>
          </a:xfrm>
          <a:prstGeom prst="rect">
            <a:avLst/>
          </a:prstGeom>
          <a:solidFill>
            <a:srgbClr val="0A2A00"/>
          </a:solidFill>
          <a:ln w="0">
            <a:noFill/>
          </a:ln>
        </p:spPr>
        <p:style>
          <a:lnRef idx="0"/>
          <a:fillRef idx="0"/>
          <a:effectRef idx="0"/>
          <a:fontRef idx="minor"/>
        </p:style>
        <p:txBody>
          <a:bodyPr lIns="304920" tIns="152280" rIns="304920" bIns="152280" anchor="t">
            <a:normAutofit/>
          </a:bodyPr>
          <a:p>
            <a:pPr>
              <a:lnSpc>
                <a:spcPct val="100000"/>
              </a:lnSpc>
              <a:spcBef>
                <a:spcPts val="349"/>
              </a:spcBef>
              <a:tabLst>
                <a:tab pos="0" algn="l"/>
              </a:tabLst>
            </a:pPr>
            <a:r>
              <a:rPr lang="en-IN" sz="2200" b="1" u="none" strike="noStrike">
                <a:solidFill>
                  <a:srgbClr val="76B900"/>
                </a:solidFill>
                <a:effectLst/>
                <a:uFillTx/>
                <a:latin typeface="Arial"/>
                <a:ea typeface="Arial"/>
              </a:rPr>
              <a:t>~10s</a:t>
            </a:r>
            <a:endParaRPr lang="en-US" sz="2200" b="0" u="none" strike="noStrike">
              <a:solidFill>
                <a:srgbClr val="FFFFFF"/>
              </a:solidFill>
              <a:effectLst/>
              <a:uFillTx/>
              <a:latin typeface="Arial"/>
            </a:endParaRPr>
          </a:p>
        </p:txBody>
      </p:sp>
      <p:sp>
        <p:nvSpPr>
          <p:cNvPr id="563" name="num_4"/>
          <p:cNvSpPr/>
          <p:nvPr/>
        </p:nvSpPr>
        <p:spPr>
          <a:xfrm>
            <a:off x="1398960" y="15699960"/>
            <a:ext cx="1798560" cy="1998720"/>
          </a:xfrm>
          <a:prstGeom prst="rect">
            <a:avLst/>
          </a:prstGeom>
          <a:solidFill>
            <a:srgbClr val="1A5200"/>
          </a:solidFill>
          <a:ln w="0">
            <a:noFill/>
          </a:ln>
        </p:spPr>
        <p:style>
          <a:lnRef idx="0"/>
          <a:fillRef idx="0"/>
          <a:effectRef idx="0"/>
          <a:fontRef idx="minor"/>
        </p:style>
        <p:txBody>
          <a:bodyPr lIns="304920" tIns="152280" rIns="304920" bIns="152280" anchor="t">
            <a:normAutofit/>
          </a:bodyPr>
          <a:p>
            <a:pPr>
              <a:lnSpc>
                <a:spcPct val="100000"/>
              </a:lnSpc>
              <a:spcBef>
                <a:spcPts val="300"/>
              </a:spcBef>
              <a:tabLst>
                <a:tab pos="0" algn="l"/>
              </a:tabLst>
            </a:pPr>
            <a:r>
              <a:rPr lang="en-IN" sz="3200" b="1" u="none" strike="noStrike">
                <a:solidFill>
                  <a:srgbClr val="FFFFFF"/>
                </a:solidFill>
                <a:effectLst/>
                <a:uFillTx/>
                <a:latin typeface="Arial"/>
                <a:ea typeface="Arial"/>
              </a:rPr>
              <a:t>5</a:t>
            </a:r>
            <a:endParaRPr lang="en-US" sz="3200" b="0" u="none" strike="noStrike">
              <a:solidFill>
                <a:srgbClr val="FFFFFF"/>
              </a:solidFill>
              <a:effectLst/>
              <a:uFillTx/>
              <a:latin typeface="Arial"/>
            </a:endParaRPr>
          </a:p>
        </p:txBody>
      </p:sp>
      <p:sp>
        <p:nvSpPr>
          <p:cNvPr id="564" name="step_4"/>
          <p:cNvSpPr/>
          <p:nvPr/>
        </p:nvSpPr>
        <p:spPr>
          <a:xfrm>
            <a:off x="3499920" y="15699960"/>
            <a:ext cx="27998640" cy="1998720"/>
          </a:xfrm>
          <a:prstGeom prst="rect">
            <a:avLst/>
          </a:prstGeom>
          <a:solidFill>
            <a:srgbClr val="111111"/>
          </a:solidFill>
          <a:ln w="0">
            <a:noFill/>
          </a:ln>
        </p:spPr>
        <p:style>
          <a:lnRef idx="0"/>
          <a:fillRef idx="0"/>
          <a:effectRef idx="0"/>
          <a:fontRef idx="minor"/>
        </p:style>
        <p:txBody>
          <a:bodyPr lIns="304920" tIns="152280" rIns="304920" bIns="152280" anchor="t">
            <a:normAutofit/>
          </a:bodyPr>
          <a:p>
            <a:pPr>
              <a:lnSpc>
                <a:spcPct val="100000"/>
              </a:lnSpc>
              <a:spcBef>
                <a:spcPts val="201"/>
              </a:spcBef>
              <a:tabLst>
                <a:tab pos="0" algn="l"/>
              </a:tabLst>
            </a:pPr>
            <a:r>
              <a:rPr lang="en-IN" sz="2600" b="1" u="none" strike="noStrike">
                <a:solidFill>
                  <a:srgbClr val="FFFFFF"/>
                </a:solidFill>
                <a:effectLst/>
                <a:uFillTx/>
                <a:latin typeface="Arial"/>
                <a:ea typeface="Arial"/>
              </a:rPr>
              <a:t>Re-simulate → converge</a:t>
            </a:r>
            <a:endParaRPr lang="en-US" sz="2600" b="0" u="none" strike="noStrike">
              <a:solidFill>
                <a:srgbClr val="FFFFFF"/>
              </a:solidFill>
              <a:effectLst/>
              <a:uFillTx/>
              <a:latin typeface="Arial"/>
            </a:endParaRPr>
          </a:p>
          <a:p>
            <a:pPr>
              <a:lnSpc>
                <a:spcPct val="100000"/>
              </a:lnSpc>
              <a:spcBef>
                <a:spcPts val="150"/>
              </a:spcBef>
              <a:tabLst>
                <a:tab pos="0" algn="l"/>
              </a:tabLst>
            </a:pPr>
            <a:r>
              <a:rPr lang="en-IN" sz="2000" b="0" u="none" strike="noStrike">
                <a:solidFill>
                  <a:srgbClr val="CCCCCC"/>
                </a:solidFill>
                <a:effectLst/>
                <a:uFillTx/>
                <a:latin typeface="Arial"/>
                <a:ea typeface="Arial"/>
              </a:rPr>
              <a:t>PhysicsNeMo re-runs on patched geometry → green → done. Zero human intervention.</a:t>
            </a:r>
            <a:endParaRPr lang="en-US" sz="2000" b="0" u="none" strike="noStrike">
              <a:solidFill>
                <a:srgbClr val="FFFFFF"/>
              </a:solidFill>
              <a:effectLst/>
              <a:uFillTx/>
              <a:latin typeface="Arial"/>
            </a:endParaRPr>
          </a:p>
        </p:txBody>
      </p:sp>
      <p:sp>
        <p:nvSpPr>
          <p:cNvPr id="565" name="time_4"/>
          <p:cNvSpPr/>
          <p:nvPr/>
        </p:nvSpPr>
        <p:spPr>
          <a:xfrm>
            <a:off x="32000040" y="15699960"/>
            <a:ext cx="2798640" cy="1998720"/>
          </a:xfrm>
          <a:prstGeom prst="rect">
            <a:avLst/>
          </a:prstGeom>
          <a:solidFill>
            <a:srgbClr val="0A2A00"/>
          </a:solidFill>
          <a:ln w="0">
            <a:noFill/>
          </a:ln>
        </p:spPr>
        <p:style>
          <a:lnRef idx="0"/>
          <a:fillRef idx="0"/>
          <a:effectRef idx="0"/>
          <a:fontRef idx="minor"/>
        </p:style>
        <p:txBody>
          <a:bodyPr lIns="304920" tIns="152280" rIns="304920" bIns="152280" anchor="t">
            <a:normAutofit/>
          </a:bodyPr>
          <a:p>
            <a:pPr>
              <a:lnSpc>
                <a:spcPct val="100000"/>
              </a:lnSpc>
              <a:spcBef>
                <a:spcPts val="349"/>
              </a:spcBef>
              <a:tabLst>
                <a:tab pos="0" algn="l"/>
              </a:tabLst>
            </a:pPr>
            <a:r>
              <a:rPr lang="en-IN" sz="2200" b="1" u="none" strike="noStrike">
                <a:solidFill>
                  <a:srgbClr val="76B900"/>
                </a:solidFill>
                <a:effectLst/>
                <a:uFillTx/>
                <a:latin typeface="Arial"/>
                <a:ea typeface="Arial"/>
              </a:rPr>
              <a:t>~30s</a:t>
            </a:r>
            <a:endParaRPr lang="en-US" sz="2200" b="0" u="none" strike="noStrike">
              <a:solidFill>
                <a:srgbClr val="FFFFFF"/>
              </a:solidFill>
              <a:effectLst/>
              <a:uFillTx/>
              <a:latin typeface="Arial"/>
            </a:endParaRPr>
          </a:p>
        </p:txBody>
      </p:sp>
      <p:sp>
        <p:nvSpPr>
          <p:cNvPr id="566" name=""/>
          <p:cNvSpPr/>
          <p:nvPr/>
        </p:nvSpPr>
        <p:spPr>
          <a:xfrm>
            <a:off x="1600200" y="685800"/>
            <a:ext cx="16458480" cy="20566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4200" b="0" u="none" strike="noStrike">
                <a:solidFill>
                  <a:srgbClr val="000000"/>
                </a:solidFill>
                <a:effectLst/>
                <a:uFillTx/>
                <a:latin typeface="Arial"/>
              </a:rPr>
              <a:t>Example Workflow For Insight</a:t>
            </a:r>
            <a:endParaRPr lang="en-US" sz="4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7" name="Google Shape;499;p50"/>
          <p:cNvPicPr/>
          <p:nvPr/>
        </p:nvPicPr>
        <p:blipFill>
          <a:blip r:embed="rId1"/>
          <a:stretch/>
        </p:blipFill>
        <p:spPr>
          <a:xfrm>
            <a:off x="1031400" y="18639000"/>
            <a:ext cx="5215680" cy="1494720"/>
          </a:xfrm>
          <a:prstGeom prst="rect">
            <a:avLst/>
          </a:prstGeom>
          <a:noFill/>
          <a:ln w="0">
            <a:noFill/>
          </a:ln>
        </p:spPr>
      </p:pic>
      <p:sp>
        <p:nvSpPr>
          <p:cNvPr id="568" name=""/>
          <p:cNvSpPr/>
          <p:nvPr/>
        </p:nvSpPr>
        <p:spPr>
          <a:xfrm>
            <a:off x="1143000" y="3200400"/>
            <a:ext cx="18515880" cy="93574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4800" b="0" u="none" strike="noStrike">
                <a:solidFill>
                  <a:srgbClr val="000000"/>
                </a:solidFill>
                <a:effectLst/>
                <a:uFillTx/>
                <a:latin typeface="Arial"/>
              </a:rPr>
              <a:t>REFERENCES AND FIELD INSPIRATIONS:</a:t>
            </a:r>
            <a:endParaRPr lang="en-US" sz="4800" b="0" u="none" strike="noStrike">
              <a:solidFill>
                <a:srgbClr val="000000"/>
              </a:solidFill>
              <a:effectLst/>
              <a:uFillTx/>
              <a:latin typeface="Arial"/>
            </a:endParaRPr>
          </a:p>
          <a:p>
            <a:pPr>
              <a:lnSpc>
                <a:spcPct val="100000"/>
              </a:lnSpc>
            </a:pPr>
            <a:endParaRPr lang="en-US" sz="4800" b="0" u="none" strike="noStrike">
              <a:solidFill>
                <a:srgbClr val="000000"/>
              </a:solidFill>
              <a:effectLst/>
              <a:uFillTx/>
              <a:latin typeface="Arial"/>
            </a:endParaRPr>
          </a:p>
          <a:p>
            <a:pPr>
              <a:lnSpc>
                <a:spcPct val="100000"/>
              </a:lnSpc>
            </a:pPr>
            <a:r>
              <a:rPr lang="en-US" sz="3200" b="1" u="none" strike="noStrike">
                <a:solidFill>
                  <a:srgbClr val="000000"/>
                </a:solidFill>
                <a:effectLst/>
                <a:uFillTx/>
                <a:latin typeface="Arial"/>
              </a:rPr>
              <a:t>1.Physics-informed neural networks: A deep learning</a:t>
            </a:r>
            <a:endParaRPr lang="en-US" sz="3200" b="0" u="none" strike="noStrike">
              <a:solidFill>
                <a:srgbClr val="000000"/>
              </a:solidFill>
              <a:effectLst/>
              <a:uFillTx/>
              <a:latin typeface="Arial"/>
            </a:endParaRPr>
          </a:p>
          <a:p>
            <a:pPr>
              <a:lnSpc>
                <a:spcPct val="100000"/>
              </a:lnSpc>
            </a:pPr>
            <a:r>
              <a:rPr lang="en-US" sz="3200" b="1" u="none" strike="noStrike">
                <a:solidFill>
                  <a:srgbClr val="000000"/>
                </a:solidFill>
                <a:effectLst/>
                <a:uFillTx/>
                <a:latin typeface="Arial"/>
              </a:rPr>
              <a:t>framework for solving forward and inverse problems involving</a:t>
            </a:r>
            <a:endParaRPr lang="en-US" sz="3200" b="0" u="none" strike="noStrike">
              <a:solidFill>
                <a:srgbClr val="000000"/>
              </a:solidFill>
              <a:effectLst/>
              <a:uFillTx/>
              <a:latin typeface="Arial"/>
            </a:endParaRPr>
          </a:p>
          <a:p>
            <a:pPr>
              <a:lnSpc>
                <a:spcPct val="100000"/>
              </a:lnSpc>
            </a:pPr>
            <a:r>
              <a:rPr lang="en-US" sz="3200" b="1" u="none" strike="noStrike">
                <a:solidFill>
                  <a:srgbClr val="000000"/>
                </a:solidFill>
                <a:effectLst/>
                <a:uFillTx/>
                <a:latin typeface="Arial"/>
              </a:rPr>
              <a:t>nonlinear partial differential equations</a:t>
            </a:r>
            <a:endParaRPr lang="en-US" sz="3200" b="0" u="none" strike="noStrike">
              <a:solidFill>
                <a:srgbClr val="000000"/>
              </a:solidFill>
              <a:effectLst/>
              <a:uFillTx/>
              <a:latin typeface="Arial"/>
            </a:endParaRPr>
          </a:p>
          <a:p>
            <a:pPr>
              <a:lnSpc>
                <a:spcPct val="100000"/>
              </a:lnSpc>
            </a:pPr>
            <a:r>
              <a:rPr lang="en-US" sz="3200" b="0" u="none" strike="noStrike">
                <a:solidFill>
                  <a:srgbClr val="76B900"/>
                </a:solidFill>
                <a:effectLst/>
                <a:uFillTx/>
                <a:latin typeface="Arial"/>
                <a:hlinkClick r:id="rId2"/>
              </a:rPr>
              <a:t>https://doi.org/10.48550/arXiv.1711.10561</a:t>
            </a:r>
            <a:endParaRPr lang="en-US" sz="3200" b="0" u="none" strike="noStrike">
              <a:solidFill>
                <a:srgbClr val="000000"/>
              </a:solidFill>
              <a:effectLst/>
              <a:uFillTx/>
              <a:latin typeface="Arial"/>
            </a:endParaRPr>
          </a:p>
          <a:p>
            <a:pPr>
              <a:lnSpc>
                <a:spcPct val="100000"/>
              </a:lnSpc>
            </a:pPr>
            <a:r>
              <a:rPr lang="en-US" sz="3200" b="1" u="none" strike="noStrike">
                <a:solidFill>
                  <a:srgbClr val="000000"/>
                </a:solidFill>
                <a:effectLst/>
                <a:uFillTx/>
                <a:latin typeface="Arial"/>
              </a:rPr>
              <a:t>2.Physics-Informed Neural Network with Transfer Learning for State Estimation in Lithium-Ion Batteries using the Single Particle Model with Electrolyte(indirect inspiration)</a:t>
            </a:r>
            <a:endParaRPr lang="en-US" sz="3200" b="0" u="none" strike="noStrike">
              <a:solidFill>
                <a:srgbClr val="000000"/>
              </a:solidFill>
              <a:effectLst/>
              <a:uFillTx/>
              <a:latin typeface="Arial"/>
            </a:endParaRPr>
          </a:p>
          <a:p>
            <a:pPr>
              <a:lnSpc>
                <a:spcPct val="100000"/>
              </a:lnSpc>
            </a:pPr>
            <a:r>
              <a:rPr lang="en-US" sz="3200" b="0" u="none" strike="noStrike">
                <a:solidFill>
                  <a:srgbClr val="76B900"/>
                </a:solidFill>
                <a:effectLst/>
                <a:uFillTx/>
                <a:latin typeface="Arial"/>
                <a:hlinkClick r:id="rId3"/>
              </a:rPr>
              <a:t>https://doi.org/10.48550/arXiv.2606.28220</a:t>
            </a:r>
            <a:endParaRPr lang="en-US" sz="3200" b="0" u="none" strike="noStrike">
              <a:solidFill>
                <a:srgbClr val="000000"/>
              </a:solidFill>
              <a:effectLst/>
              <a:uFillTx/>
              <a:latin typeface="Arial"/>
            </a:endParaRPr>
          </a:p>
          <a:p>
            <a:pPr>
              <a:lnSpc>
                <a:spcPct val="100000"/>
              </a:lnSpc>
            </a:pPr>
            <a:r>
              <a:rPr lang="en-US" sz="3200" b="1" u="none" strike="noStrike">
                <a:solidFill>
                  <a:srgbClr val="000000"/>
                </a:solidFill>
                <a:effectLst/>
                <a:uFillTx/>
                <a:latin typeface="Arial"/>
              </a:rPr>
              <a:t>3.Enhancing Creativity in 3D Generative Design via a TRIZ-Inspired Text-to-CAD Framework</a:t>
            </a:r>
            <a:endParaRPr lang="en-US" sz="3200" b="0" u="none" strike="noStrike">
              <a:solidFill>
                <a:srgbClr val="000000"/>
              </a:solidFill>
              <a:effectLst/>
              <a:uFillTx/>
              <a:latin typeface="Arial"/>
            </a:endParaRPr>
          </a:p>
          <a:p>
            <a:pPr>
              <a:lnSpc>
                <a:spcPct val="100000"/>
              </a:lnSpc>
            </a:pPr>
            <a:r>
              <a:rPr lang="en-US" sz="3200" b="0" u="none" strike="noStrike">
                <a:solidFill>
                  <a:srgbClr val="76B900"/>
                </a:solidFill>
                <a:effectLst/>
                <a:uFillTx/>
                <a:latin typeface="Arial"/>
                <a:hlinkClick r:id="rId4"/>
              </a:rPr>
              <a:t>https://doi.org/10.48550/arXiv.2606.21378</a:t>
            </a:r>
            <a:endParaRPr lang="en-US" sz="3200" b="0" u="none" strike="noStrike">
              <a:solidFill>
                <a:srgbClr val="000000"/>
              </a:solidFill>
              <a:effectLst/>
              <a:uFillTx/>
              <a:latin typeface="Arial"/>
            </a:endParaRPr>
          </a:p>
          <a:p>
            <a:pPr>
              <a:lnSpc>
                <a:spcPct val="100000"/>
              </a:lnSpc>
            </a:pPr>
            <a:r>
              <a:rPr lang="en-US" sz="3200" b="1" u="none" strike="noStrike">
                <a:solidFill>
                  <a:srgbClr val="000000"/>
                </a:solidFill>
                <a:effectLst/>
                <a:uFillTx/>
                <a:latin typeface="Arial"/>
              </a:rPr>
              <a:t>4.Zero-to-CAD: Agentic Synthesis of Interpretable CAD Programs at Million-Scale Without Real Data</a:t>
            </a:r>
            <a:endParaRPr lang="en-US" sz="3200" b="0" u="none" strike="noStrike">
              <a:solidFill>
                <a:srgbClr val="000000"/>
              </a:solidFill>
              <a:effectLst/>
              <a:uFillTx/>
              <a:latin typeface="Arial"/>
            </a:endParaRPr>
          </a:p>
          <a:p>
            <a:pPr>
              <a:lnSpc>
                <a:spcPct val="100000"/>
              </a:lnSpc>
            </a:pPr>
            <a:r>
              <a:rPr lang="en-US" sz="3200" b="1" u="none" strike="noStrike">
                <a:solidFill>
                  <a:srgbClr val="76B900"/>
                </a:solidFill>
                <a:effectLst/>
                <a:uFillTx/>
                <a:latin typeface="Arial"/>
                <a:hlinkClick r:id="rId5"/>
              </a:rPr>
              <a:t>https://doi.org/10.48550/arXiv.2604.24479</a:t>
            </a:r>
            <a:endParaRPr lang="en-US" sz="3200" b="0" u="none" strike="noStrike">
              <a:solidFill>
                <a:srgbClr val="000000"/>
              </a:solidFill>
              <a:effectLst/>
              <a:uFillTx/>
              <a:latin typeface="Arial"/>
            </a:endParaRPr>
          </a:p>
          <a:p>
            <a:pPr>
              <a:lnSpc>
                <a:spcPct val="100000"/>
              </a:lnSpc>
            </a:pPr>
            <a:r>
              <a:rPr lang="en-US" sz="3200" b="1" u="none" strike="noStrike">
                <a:solidFill>
                  <a:srgbClr val="000000"/>
                </a:solidFill>
                <a:effectLst/>
                <a:uFillTx/>
                <a:latin typeface="Arial"/>
              </a:rPr>
              <a:t>5Physics-in-the-Loop: A Hybrid Agentic Architecture for Validated CAD Engineering Design</a:t>
            </a:r>
            <a:endParaRPr lang="en-US" sz="3200" b="0" u="none" strike="noStrike">
              <a:solidFill>
                <a:srgbClr val="000000"/>
              </a:solidFill>
              <a:effectLst/>
              <a:uFillTx/>
              <a:latin typeface="Arial"/>
            </a:endParaRPr>
          </a:p>
          <a:p>
            <a:pPr>
              <a:lnSpc>
                <a:spcPct val="100000"/>
              </a:lnSpc>
            </a:pPr>
            <a:r>
              <a:rPr lang="en-US" sz="3200" b="1" u="none" strike="noStrike">
                <a:solidFill>
                  <a:srgbClr val="76B900"/>
                </a:solidFill>
                <a:effectLst/>
                <a:uFillTx/>
                <a:latin typeface="Arial"/>
                <a:hlinkClick r:id="rId6"/>
              </a:rPr>
              <a:t>https://doi.org/10.48550/arXiv.2605.19717</a:t>
            </a:r>
            <a:endParaRPr lang="en-US" sz="3200" b="0" u="none" strike="noStrike">
              <a:solidFill>
                <a:srgbClr val="000000"/>
              </a:solidFill>
              <a:effectLst/>
              <a:uFillTx/>
              <a:latin typeface="Arial"/>
            </a:endParaRPr>
          </a:p>
          <a:p>
            <a:pPr>
              <a:lnSpc>
                <a:spcPct val="100000"/>
              </a:lnSpc>
            </a:pPr>
            <a:endParaRPr lang="en-US" sz="3200" b="0" u="none" strike="noStrike">
              <a:solidFill>
                <a:srgbClr val="000000"/>
              </a:solidFill>
              <a:effectLst/>
              <a:uFillTx/>
              <a:latin typeface="Arial"/>
            </a:endParaRPr>
          </a:p>
          <a:p>
            <a:pPr>
              <a:lnSpc>
                <a:spcPct val="100000"/>
              </a:lnSpc>
            </a:pPr>
            <a:endParaRPr lang="en-US" sz="3200" b="0" u="none" strike="noStrike">
              <a:solidFill>
                <a:srgbClr val="000000"/>
              </a:solidFill>
              <a:effectLst/>
              <a:uFillTx/>
              <a:latin typeface="Arial"/>
            </a:endParaRPr>
          </a:p>
        </p:txBody>
      </p:sp>
      <p:sp>
        <p:nvSpPr>
          <p:cNvPr id="569" name=""/>
          <p:cNvSpPr/>
          <p:nvPr/>
        </p:nvSpPr>
        <p:spPr>
          <a:xfrm>
            <a:off x="22631400" y="3657600"/>
            <a:ext cx="12800880" cy="132580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8000" b="0" u="none" strike="noStrike">
                <a:solidFill>
                  <a:srgbClr val="000000"/>
                </a:solidFill>
                <a:effectLst/>
                <a:uFillTx/>
                <a:latin typeface="Arial"/>
              </a:rPr>
              <a:t>THANK  YOU!</a:t>
            </a:r>
            <a:endParaRPr lang="en-US" sz="8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itle Only">
  <a:themeElements>
    <a:clrScheme name="Custom 15">
      <a:dk1>
        <a:srgbClr val="FFFFFF"/>
      </a:dk1>
      <a:lt1>
        <a:srgbClr val="000000"/>
      </a:lt1>
      <a:dk2>
        <a:srgbClr val="76B900"/>
      </a:dk2>
      <a:lt2>
        <a:srgbClr val="CDCDCD"/>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194</TotalTime>
  <Application>LibreOffice/26.2.4.2$Linux_X86_64 LibreOffice_project/620$Build-2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2026-07-12T20:36:03Z</dcterms:modified>
  <cp:revision>7</cp:revision>
  <dc:subject/>
  <dc:title/>
</cp:coreProperties>
</file>

<file path=docProps/custom.xml><?xml version="1.0" encoding="utf-8"?>
<Properties xmlns="http://schemas.openxmlformats.org/officeDocument/2006/custom-properties" xmlns:vt="http://schemas.openxmlformats.org/officeDocument/2006/docPropsVTypes"/>
</file>